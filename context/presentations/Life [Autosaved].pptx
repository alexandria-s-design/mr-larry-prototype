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65" r:id="rId6"/>
    <p:sldId id="261" r:id="rId7"/>
    <p:sldId id="259" r:id="rId8"/>
    <p:sldId id="266" r:id="rId9"/>
    <p:sldId id="260" r:id="rId10"/>
  </p:sldIdLst>
  <p:sldSz cx="12192000" cy="6858000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B9B5E-AD67-4E25-99A8-34F9C1E6ABE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BCA10-A39D-4035-BFDC-DFBF6F0C7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31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68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20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248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5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93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16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501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89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BCA10-A39D-4035-BFDC-DFBF6F0C74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9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10/9/2020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46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2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21B6-C48D-4965-8DEC-440B6C587C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730"/>
          <a:stretch/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6F8E-E1A2-457C-BB18-3B239A8D9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Life </a:t>
            </a:r>
            <a:b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</a:br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Wealth Dreams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4C4AF-8429-4299-9F13-55FE6980E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551469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Nutrition Unit 1</a:t>
            </a:r>
          </a:p>
        </p:txBody>
      </p:sp>
    </p:spTree>
    <p:extLst>
      <p:ext uri="{BB962C8B-B14F-4D97-AF65-F5344CB8AC3E}">
        <p14:creationId xmlns:p14="http://schemas.microsoft.com/office/powerpoint/2010/main" val="205635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FD834-3EAD-4A96-A612-1C346AE3E0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65" b="786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27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06A2-EBAB-4758-8C5C-F61AD09F6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98848"/>
            <a:ext cx="353872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Nutrition Unit 1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55C7-6EF8-44A0-94EA-2061BBDB4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98848"/>
            <a:ext cx="600760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Goals</a:t>
            </a:r>
            <a:br>
              <a:rPr lang="en-US" sz="1500" dirty="0"/>
            </a:br>
            <a:r>
              <a:rPr lang="en-US" sz="1500" dirty="0"/>
              <a:t>1. Understand how to shop at a grocery store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2. Consider food options as it relates to budget, time, and health</a:t>
            </a:r>
          </a:p>
          <a:p>
            <a:pPr>
              <a:lnSpc>
                <a:spcPct val="100000"/>
              </a:lnSpc>
            </a:pPr>
            <a:r>
              <a:rPr lang="en-US" sz="1500" dirty="0"/>
              <a:t>3. Read food labels</a:t>
            </a:r>
          </a:p>
        </p:txBody>
      </p:sp>
    </p:spTree>
    <p:extLst>
      <p:ext uri="{BB962C8B-B14F-4D97-AF65-F5344CB8AC3E}">
        <p14:creationId xmlns:p14="http://schemas.microsoft.com/office/powerpoint/2010/main" val="1158203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65B3F-4F48-460A-9CE9-427CD4D106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416ED-7032-45BA-AD88-7D2F4C7C1B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67F8E-5838-485F-BA91-EC1F47E62684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216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FD834-3EAD-4A96-A612-1C346AE3E0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65" b="786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27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06A2-EBAB-4758-8C5C-F61AD09F6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98848"/>
            <a:ext cx="353872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Nutrition Unit 1</a:t>
            </a:r>
            <a:br>
              <a:rPr lang="en-US" sz="3200" dirty="0"/>
            </a:br>
            <a:r>
              <a:rPr lang="en-US" sz="3200" dirty="0"/>
              <a:t>Simulation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55C7-6EF8-44A0-94EA-2061BBDB4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98848"/>
            <a:ext cx="600760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Choose your focus: </a:t>
            </a:r>
            <a:br>
              <a:rPr lang="en-US" sz="2000" dirty="0"/>
            </a:br>
            <a:r>
              <a:rPr lang="en-US" sz="2000" dirty="0"/>
              <a:t>Money</a:t>
            </a:r>
            <a:br>
              <a:rPr lang="en-US" sz="2000" dirty="0"/>
            </a:br>
            <a:r>
              <a:rPr lang="en-US" sz="2000" dirty="0"/>
              <a:t>Time</a:t>
            </a:r>
            <a:br>
              <a:rPr lang="en-US" sz="2000" dirty="0"/>
            </a:br>
            <a:r>
              <a:rPr lang="en-US" sz="2000" dirty="0"/>
              <a:t>Health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17746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39FB-2719-4F2B-B937-BA77C7DA7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9A409-4D11-4D08-ACFC-B5115A273C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46A2F4-976B-497C-B586-21CCC97B75E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021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Rectangle 2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7" name="Rectangle 25">
            <a:extLst>
              <a:ext uri="{FF2B5EF4-FFF2-40B4-BE49-F238E27FC236}">
                <a16:creationId xmlns:a16="http://schemas.microsoft.com/office/drawing/2014/main" id="{D5997EA8-5EFC-40CD-A85F-C3C3BC5F9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FD834-3EAD-4A96-A612-1C346AE3E0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65" b="786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27">
            <a:extLst>
              <a:ext uri="{FF2B5EF4-FFF2-40B4-BE49-F238E27FC236}">
                <a16:creationId xmlns:a16="http://schemas.microsoft.com/office/drawing/2014/main" id="{1CF6A1EC-BD15-42D9-A339-A3970CF7C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006A2-EBAB-4758-8C5C-F61AD09F6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4498848"/>
            <a:ext cx="353872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dirty="0"/>
              <a:t>Nutrition Unit 1</a:t>
            </a:r>
            <a:br>
              <a:rPr lang="en-US" sz="3200" dirty="0"/>
            </a:br>
            <a:r>
              <a:rPr lang="en-US" sz="3200" dirty="0"/>
              <a:t>Reflection</a:t>
            </a:r>
          </a:p>
        </p:txBody>
      </p:sp>
      <p:sp>
        <p:nvSpPr>
          <p:cNvPr id="39" name="Rectangle 29">
            <a:extLst>
              <a:ext uri="{FF2B5EF4-FFF2-40B4-BE49-F238E27FC236}">
                <a16:creationId xmlns:a16="http://schemas.microsoft.com/office/drawing/2014/main" id="{A720C27D-5C39-492B-BD68-C220C0F83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A4F3394A-A959-460A-ACF9-5FA682C7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8113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A55C7-6EF8-44A0-94EA-2061BBDB4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9240" y="4498848"/>
            <a:ext cx="6007608" cy="15361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How does nutrition effect your spending? 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3663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ooden table&#10;&#10;Description automatically generated">
            <a:extLst>
              <a:ext uri="{FF2B5EF4-FFF2-40B4-BE49-F238E27FC236}">
                <a16:creationId xmlns:a16="http://schemas.microsoft.com/office/drawing/2014/main" id="{469B1C65-9661-4366-8DD4-25DD4C9CEA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65" b="7865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9D93B3-EB29-4547-9CC0-DEA934BAE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/>
              <a:t>Nutrition Unit 1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EC156-B9F0-4CF5-B1EF-774E4EF6E9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 sz="2600"/>
              <a:t>Please use these tips when shopping at a grocery store. </a:t>
            </a:r>
          </a:p>
        </p:txBody>
      </p:sp>
    </p:spTree>
    <p:extLst>
      <p:ext uri="{BB962C8B-B14F-4D97-AF65-F5344CB8AC3E}">
        <p14:creationId xmlns:p14="http://schemas.microsoft.com/office/powerpoint/2010/main" val="19995702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4DB28-8C3D-48CA-8624-E829C2E4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862715"/>
          </a:xfrm>
        </p:spPr>
        <p:txBody>
          <a:bodyPr anchor="b">
            <a:normAutofit/>
          </a:bodyPr>
          <a:lstStyle/>
          <a:p>
            <a:r>
              <a:rPr lang="en-US" sz="4800"/>
              <a:t>Helpful Tips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46EBD-E8BE-43F8-8CBF-78262A351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2057857"/>
            <a:ext cx="4023360" cy="2507352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AutoNum type="arabicPeriod"/>
            </a:pPr>
            <a:r>
              <a:rPr lang="en-US" sz="2000" dirty="0"/>
              <a:t>Ask for advice</a:t>
            </a:r>
          </a:p>
          <a:p>
            <a:pPr marL="457200" indent="-457200">
              <a:buAutoNum type="arabicPeriod"/>
            </a:pPr>
            <a:r>
              <a:rPr lang="en-US" sz="2000" dirty="0"/>
              <a:t>Eat before you shop</a:t>
            </a:r>
          </a:p>
          <a:p>
            <a:pPr marL="457200" indent="-457200">
              <a:buAutoNum type="arabicPeriod"/>
            </a:pPr>
            <a:r>
              <a:rPr lang="en-US" sz="2000" dirty="0"/>
              <a:t>Read the sales flyer</a:t>
            </a:r>
          </a:p>
          <a:p>
            <a:pPr marL="457200" indent="-457200">
              <a:buAutoNum type="arabicPeriod"/>
            </a:pPr>
            <a:r>
              <a:rPr lang="en-US" sz="2000" dirty="0"/>
              <a:t>Use Coupons</a:t>
            </a:r>
          </a:p>
          <a:p>
            <a:pPr marL="457200" indent="-457200">
              <a:buAutoNum type="arabicPeriod"/>
            </a:pPr>
            <a:r>
              <a:rPr lang="en-US" sz="2000" dirty="0"/>
              <a:t>Look up and down to save</a:t>
            </a:r>
          </a:p>
          <a:p>
            <a:pPr marL="457200" indent="-457200">
              <a:buAutoNum type="arabicPeriod"/>
            </a:pPr>
            <a:r>
              <a:rPr lang="en-US" sz="2000" dirty="0"/>
              <a:t>Check for store brands</a:t>
            </a:r>
          </a:p>
          <a:p>
            <a:pPr marL="457200" indent="-457200">
              <a:buAutoNum type="arabicPeriod"/>
            </a:pPr>
            <a:r>
              <a:rPr lang="en-US" sz="2000" dirty="0"/>
              <a:t>Join your store’s loyalty program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E1DA2CBD-CC91-46DC-ABD3-8D20967D5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754" y="-290036"/>
            <a:ext cx="2178995" cy="757911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BC51CCF4-9BE5-4420-9C81-538A2DB7BB37}"/>
              </a:ext>
            </a:extLst>
          </p:cNvPr>
          <p:cNvSpPr txBox="1">
            <a:spLocks/>
          </p:cNvSpPr>
          <p:nvPr/>
        </p:nvSpPr>
        <p:spPr>
          <a:xfrm>
            <a:off x="477981" y="4701023"/>
            <a:ext cx="4023360" cy="2507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Please download file</a:t>
            </a:r>
          </a:p>
        </p:txBody>
      </p:sp>
    </p:spTree>
    <p:extLst>
      <p:ext uri="{BB962C8B-B14F-4D97-AF65-F5344CB8AC3E}">
        <p14:creationId xmlns:p14="http://schemas.microsoft.com/office/powerpoint/2010/main" val="350837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821B6-C48D-4965-8DEC-440B6C587C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5730"/>
          <a:stretch/>
        </p:blipFill>
        <p:spPr>
          <a:xfrm>
            <a:off x="-2" y="10"/>
            <a:ext cx="1219200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86F8E-E1A2-457C-BB18-3B239A8D9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Life </a:t>
            </a:r>
            <a:b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</a:br>
            <a:r>
              <a:rPr lang="en-US" sz="6600">
                <a:solidFill>
                  <a:schemeClr val="bg1"/>
                </a:solidFill>
                <a:latin typeface="Georgia" panose="02040502050405020303" pitchFamily="18" charset="0"/>
              </a:rPr>
              <a:t>Wealth Dreams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4C4AF-8429-4299-9F13-55FE6980E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551469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Nutrition Unit 1 – Thank you for playing!</a:t>
            </a:r>
          </a:p>
        </p:txBody>
      </p:sp>
    </p:spTree>
    <p:extLst>
      <p:ext uri="{BB962C8B-B14F-4D97-AF65-F5344CB8AC3E}">
        <p14:creationId xmlns:p14="http://schemas.microsoft.com/office/powerpoint/2010/main" val="37913751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386F2A4A-4A89-4071-A900-AE396BA46BCE}"/>
  <p:tag name="ISPRING_RESOURCE_FOLDER" val="C:\Users\ginja\Desktop\Alexandrias Design\LifeDreamWealth\Life [Autosaved]\"/>
  <p:tag name="ISPRING_PRESENTATION_PATH" val="C:\Users\ginja\Desktop\Alexandrias Design\LifeDreamWealth\Life [Autosaved].pptx"/>
  <p:tag name="ISPRING_PROJECT_VERSION" val="9.3"/>
  <p:tag name="ISPRING_PROJECT_FOLDER_UPDATED" val="1"/>
  <p:tag name="ISPRING_SCREEN_RECS_UPDATED" val="C:\Users\ginja\Desktop\Alexandrias Design\LifeDreamWealth\Life [Autosaved]\"/>
  <p:tag name="ISPRING_PRESENTATION_TITLE" val="Life [Autosaved]"/>
  <p:tag name="ISPRING_FIRST_PUBLISH" val="1"/>
  <p:tag name="ISPRING_LMS_API_VERSION" val="SCORM 2004 (2nd edition)"/>
  <p:tag name="ISPRING_ULTRA_SCORM_COURSE_ID" val="CC6C5928-CEF0-49E4-BAE4-3BD9CE99B831"/>
  <p:tag name="ISPRING_CMI5_LAUNCH_METHOD" val="any window"/>
  <p:tag name="ISPRINGCLOUDFOLDERID" val="1"/>
  <p:tag name="ISPRING_OUTPUT_FOLDER" val="[[&quot;\u073A\uFFFDt{C2D44840-C1C2-4B21-A625-AA75B59C5117}&quot;,&quot;C:\\Users\\ginja\\Desktop\\Alexandrias Design\\LifeDreamWealth&quot;]]"/>
  <p:tag name="ISPRING_SCORM_RATE_SLIDES" val="0"/>
  <p:tag name="ISPRING_SCORM_PASSING_SCORE" val="0.000000"/>
  <p:tag name="ISPRING_CURRENT_PLAYER_ID" val="universal"/>
  <p:tag name="ISPRING_PRESENTATION_COURSE_TITLE" val="Life [Autosaved]"/>
  <p:tag name="ISPRING_PLAYERS_CUSTOMIZATION_2" val="UEsDBBQAAgAIAMyTPVE2YVgCRwMAAOEJAAAUAAAAdW5pdmVyc2FsL3BsYXllci54bWytVl1P2zAUfS4S/yHyO3FLxwYoATEktIcxIXVse6vc5DbxmtiZ7RC6X78b5zukbEir1Cq5vuf4fhxf17t+ThPnCZTmUvhk4c6JAyKQIReRTx6/3p2ck+ur4yMvS9gelMNDn+SClwCWECcEHSieGQQ/MBP7pGdwkZk4meJScbP3yXKO3O1Oyzk5Ppqhi9A+iY3JLiktisLlGhEi0jLJSxLtBjKlmQINwoCiVRjEabCX5u9o/KZSULPPQPeQmXn7xjVJy/Gs+YCkWLpSRfR0Pl/QH/efV0EMKTvhQhsmAiAOVnJmS7lhwe5ehnkCurTNvCrIFRhTBmFtM89c8sW5cLQKfFI5rFPQmkWg3UREhLZ+DWdDUGEa65qJcC3YE49Ymdta1162RR2JjqUyQW5q9A72G8lUuG7tPX+PTkTsbROm45pPD3Kx/DteJ2P91uX7ZCw2o3yTcB3jUh/SWaeToMNdvdTW2Mr2sZHtXclEHAW/cq4gtK/f2hMwX5Bqw1bmNk5XFwEu4NMdC4xU+1uEoXRr2bitUtxKKa4FtRxuu/uqoyBNtltgJlfQlGrmPfEQ5BemlO3XlVE5eHRkrLF0CPZolXLdpK4hXmzS5OwfelP6jVrzU7/WGQv4H435hERtTbgI4fmOo4+BFGtqAItd2lyTJW65ZxeTzjdp7zANTN1JwKZgIo5hKgI8+yEzjHZ2eggKiml0CXI1wvYWDoJjHsUJfs0kw3j1IE3K1G6SobdwEJzIYDcBbc0HgRslC8xQ51mGA+Bl8V6utx2h45aMdNmK0aMT49ALcm1kyn9bpQ/mpLm0kn7l9B4fOYc+Degm4y3kw/w1xGgSDOJq5sL2NQKcC08citWA56S2uhkO8YlZXz6NBnxpeihnTDOdS8M6qyzjOQ4mzyqv5hzn2cgnhC3LE3PbT2h4eVjoKOHpe2OK6zueVVms+G9wCh6Wfw0WSyy1E0Opd5+8P1/2GFCLOBkH21vToR23UjR1cF1q36pf247mhqq1UsnskKS8uhcVppoHH1GOkZK5CEcCsA2r6XWC8/hGAXMS2GJGi1M8HjLzyTt8qHO+OLvoUv6wuGiwNq6HauMqljdcR3XAnfxofZDaRLx6ruHjH1BLAwQUAAIACADloklRnF4yCBQGAAA3FwAAHQAAAHVuaXZlcnNhbC9jb21tb25fbWVzc2FnZXMubG5nrVjbbuM2EH0vsP9AGAjQAtvsboFdFEXiBS0xsRBZ9Ep0vGlRCIxE20Qk0dXFifvUr+mH9Us6pGTH3gskJXmwYVGeM0PynJkhzz4+pAnaiLyQKjsfvDt9O0Aii1Qss+X5YMYufv51gIqSZzFPVCbOB5kaoI/DVz+cJTxbVnwp4PerHxA6S0VRwGMx1E+Pz0jG54PpKMSWRYLAGbkkxDPboaGHfR8zh3qhi0fEHQxxFUuFMp7nvIRgzt40CO2AUxffED8MLAKgGpqyMJhNp9RnxB4M2UqgQqZVYnCRLFCmSlRU67XKSxEjmaES/sKjCDzIW5nIcotSFYseIQRXjheCezO/ZthxHXYTTqhNBkOS8dsEwohyITKUCx6L/Dk+POpPsNuA27J4IfSpTwLiMVjM6ZgyOhhOc1GIrAS49UqVqg+e69gQZ0gvQovOPDYYBomMBTr5NCOB2XdvNhkR/wSpBTphlMF0dq+Ckx6OrsHPN+h0Dc6eRqc5hgWYYP+qXhPLJzBgh3OHjQdDC1ZXk+Zeliskg3UOQkFiw5OqZlcjpTZ3I2xdhYyGeDoNRzPGHuMe8eiuzdqikyn2bkKXXtJw5FxCWCpd82yLXLVUP/7y4cPDu/cffuoFEwCf3GMgZJDev+0A5DGfuiGgETf0yGfYbf3dz47OmOt4wOfmRz9roO418BW+W+1mvg8kbxjqBCZf6LVwickXN6pCK74RqFRoI8W9yQ4gApmDxAyH4UWkYCCrWhVm0wkGEoGumO9YmqAgBJXn29d10qnKlcrBXYHiWsWx8alZpd+va/3V3FI6UUH6ilXKZXba7nruuRTbhmQTYDe+hMVl+0kB0hG8ofRGy+Y1uLjPEsVjtICUgiQNEF+vExk1KbTh/TTh29YofDx3vEsgO3UDSF/2bkQnxRjZOdeT7Yni44D4AJDzQuRPsA0N1405wknSD2HsXI5d+DAdwlguVwl8yr5xTAkwYSpaM0WTjnEQzKlv60XT2ZijNS+Ke5XHRyw93M82YMezKAjBYgfgulTugYEfElqBPBdR2Q4GUWLD70ZXMFUgYMhMMtCSSquiBNmk60SUwkQr9VR4ZCh1KxYK9JUIvqm5D96N2Fpp7uKZZ43DEdunUJdXWbTqaAfi/KY+DtVQAU0OOd8aU4MWjuhnyC6QDGkfC3oFOfCqj8UNCWCRSdBm4+Fr57Iuk5D3dklpl/QirnNMsm1aIc2mjVRVASN6SSA1mR0pTvu5CQjUdY852P1Obq1Rd33YUm6giQECirzVEaR7i9haVJ9mzu/hBXZcU6m/pB7fmp6PxxueRQLIFnG9p1t4F8vYvNO0N/7/quTfiJdNqj9pqoRnk88nfeM5KizfUQQvS5GuyzbXesGa8J8ShZb4d0PoMvWn+d+35C+yMwdN/LP35+iw0GePWoN45kp1362XjqTp/Ak0LLo4Qo+RdLcaa7cjh+qK2H7ueLRzvIujY4aTLVR3a482AJ5CT8UIxrDGJvIAWp0UqlB3W3P2OAzfnDq628/JKHAYVJ25uC1k2erZ6LlzfTVyfnphPehZj4oNc5gLIXsAuNwfqROZQvxxB8zZhOxWoC4RRzOZqyqJjfwTeWfKBKxtlYqvu+FFrlIzmvBiR/+6TH18ThT15Pza6bRHP7VXcOf9ORDw03cpINiHNsbCnqV7H0urPeloBPLRS+GyYNc6gY5SXkYrKMcLVWVxR6D6CGaTCwxgzZwDwfP2LqwB+CKMehQ1o7/1AtEdHSRRsgf7w1OlKP7sDaKnsceoLy9K8VC2A81GhkVBSC8uoJNbLNosGB4dh2weulg1R+WdXceTM3OA/S9yJOV1UUxVCkOn7X6Zvq4zZMGMYWs8Af0FRm6qyqHp7IOwo5tFZz4c6RrlWgAEDQSTZSIQeeBab31Q9cUPZGZzSBsMJzy/g7TOlEp6xWY2UMup7DenxzuQqkxk1ivy5xVVPWHmTENs2+ZCCFYSzvt3dQ8Rw4Ezam6GErXsDGaNsQdV4ws8EcuyL6BPyP7CR19qmAsEV3F9Uf3fP/+22deXhE1OhrRXPz8mvc3XdXv/VJgr7rM3Bzfe/wNQSwMEFAACAAgA5aJJURUeYBujAAAAfwEAAC4AAAB1bml2ZXJzYWwvcGxheWJhY2tfYW5kX25hdmlnYXRpb25fc2V0dGluZ3MueG1sdZBBCoMwEEX3nsIbCF2HQNelRagXGHGUQJIJmVHw9k1EbWnTZd77P8OMYhQxfmJd1bWCWegpEEVLnFE173e2DAtevXEghnzCgrznSiY3LFFoIzJ62ZQewXLK//BjeGthPT/iI14w5UJnHOpLqbCZXPKwmGlj3RpQjxHTgC+Yc+iht3jDtSeIw+MM7Bv/1bmbNpsd3mlAHSK5IKr5QFW613H0F1BLAwQUAAIACADloklRtEHcN5cDAADeEAAAJwAAAHVuaXZlcnNhbC9mbGFzaF9wdWJsaXNoaW5nX3NldHRpbmdzLnhtbO1YzXIaRxC+8xRTm/LRrGTLsaNaUDmwVChLQGk3tnVSDTsDO6X52cwPGJ/8NH6wPEl6dgBDJNsr2ySqSg4UbE/3199093TvkJy9ExwtqDZMyU503D6KEJWFIkzOO9Hv+eDxiwgZiyXBXEnaiaSK0Fm3lVRuypkpM2otqBoEMNKcVrYTldZWp3G8XC7bzFTaryruLOCbdqFEXGlqqLRUxxXHK/iyq4qaaI3QAAA+Qsm1WbfVQigJSBeKOE4RI8BcMr8pzAccmzKKg9oUFzdzrZwkPcWVRno+7UQ/9dL+cf/pRidA9Zmg0sfEdEHoxfYUE8I8C8wz9p6ikrJ5CXSfn0RoyYgtO9GTE48C2vFtlBo7bB17lJ6CGEi7hhfUYoItDo/Bn6XvrNkIgoisJBasyGEF+f13on5+/dvVJL08H45eXefj8Xk+nAQStU28j5PE+44SIKScLujWT4KtxUUJvMFmhrmhSbwr2qgxn0FcWLaAmNC/0Zw5zjNXVUrbrtWO1jR2hVt6n4FJZkru7d0/o6nikNqaFFSpmFIywoLuJDu7YXIAmscRmkGc+KoTjSsqUYYlFBizmLNiC2Dc1Fhm68IarLVfaoY5Ajw4ARRdZNEnCmFnRYm1obvUNivGp7XovlGOE7RSDnF2Q5FVCELsBPwqKdrNP5ppJWopVKhFhjPwuGB0SclZHa814OccXYEL4cASjkPFqQ0e/nDsPZrSmdKAS/ECDg/ImQn47XsBV9iYT6B4w/FRdj7sp9fDUT99+8hvEJMFlsU9waGmqKjsQfDxCkllN3YQjgI7Q+ukEEbqtSZ7a397GrZlDXn+QdnYwzdMOI5/JPw2IDvQB0z5YbzcJ/FfZdDYbYkX9UH3h7eGhiPOICUBExYKaElMrttgA8ACS6QkXyFcQGc2vm0smHIGJKFBBGjz7QyDPZRp/TSH9gkeNaG6EeTR8ZOnJ89+fv7il9N2/OeHj4+/aLSeWROOvbswtHpfnFq3bAdKC189ZMd+OMrTy5e9fPh6mF9d5+nbfB+g5nS7XSexHyV3TxY/qh7sYJlcpq+bJGcEkWhUF2nWCG7cRGv8qonWZZiEk50p2IgCdLZ5OKnQ2zgTDCrhYHX6D9Xad7/FhGI9TK095MB97yH9r8btYb82HyhyWXox/HV83v//zP5bEQxP2+vn3n0zie+8EPsVwSQTEFb/nrK9RXefnRzBDfbOpVYL0Pb/k+i2/gJQSwMEFAACAAgA5aJJUTwsDLloAwAAoAwAACEAAAB1bml2ZXJzYWwvZmxhc2hfc2tpbl9zZXR0aW5ncy54bWyVV9tO4zAQfecrqu47XQq7BSlU6g0JbRfQ0u2700xbq44d2U7Z/v2OYydx2oQEIiQ8c449l+OxCNSB8t4RpKKCP/aH/fFVrxdsUimB6xXECSMaeiFR8Bw99p/+Lpf9gYUIJuQ7aE35ThlLbutRBIap1oJfbwTXuM81FzImrD/+9pT9BIMM2cYSGFZXzpZsoDzmx/B+Ou9EcWfcTUfz2UMTYSPihPDTUuzEdUg2h50UKY9MaLfma6LtTwlIRvmhNSJGlX7WEFdiWtwshothN0oiQSkwIT3MJ8PJz1YWIyGwIvvR3f3dpCOnPOrzxpzRjlRRndFGw9Ht6K6JlpAdVIs8W8xv5rfNeI67V7vyaVyWoOGfbs0cxX8C+aXNRZImX9FIIsXOFPSMMzJfK4cJEuH1Q8L8wXytBJOQOahVkIrRCNsgZGSl+N18TeCmWro//SERmLstBXszTTibHkYhIYOxlikEg3xlfWovPl5TjZcJxlvCFAJ8Uwl6wwzfSKrybaq2EvcHPiiPPJAzlIi1YGkMMxuvB6zaS/xsNs3mih9fYfMClHB0Ri/C0lgiX7CsF0jPWCLfTbdeOTtdwM89lpPrYUpcMz+vPnqBE1zm9cpXudectDS3XHlHO0OOiUUE40xWKxqD6VowyGw2pMFFTAEnR7ojGt+l3wYXnrJkVDA4czil1esq0FQzqJPbRqRSYTDoXrtsXedqPJZiHw410UvY6hxdNZZNMa+Fr4VsXVW68x7rDikKZ9c9jY/JYz8m8gByJQRT/Z7j4QXEottn+ZJhxjU+piCf+VZ4nOzsJhIXGlRXsLCXsCucaE02+xhjakqhqKltbX0HA3dsXWt5GocgF6gICrkkqzaL29PdnuGvXlP4gKhKaHBapt7jdpzQQvGewUkAiNzs8/tgF9YTp0xTBkfIp4pnyBJuyixQqP+6fI28qqL0LJ0U6YZQqRQfV3XUENYYVz3DejqoXpNQZalVhkrbyM8npZGrD7IGJ6bK1uivKyK2q1JRkmrxronUrkXl2qVPjjDhNM6mEDp0IZs6j+UwIRJXmMyZB3xhL0MwL1exWZFhjaeJYmbteFhHyTzng3aFN3S8lQD+kM2MV94z8AtOoSAyeikglXehxm3ZmCO+nNnMxmkfJzoYeCbbnKIN+Df+ZzL+D1BLAwQUAAIACADloklR9clZu5ADAABoEAAAJgAAAHVuaXZlcnNhbC9odG1sX3B1Ymxpc2hpbmdfc2V0dGluZ3MueG1s7VjdchJJFL7nKbpmy0sZo1l1UwMpFyYllQSozKxrrlLNdMN02T9j/4B45dP4YPske3oaEAxmJ664a5UXVJjT53zn7+tzmCSn7wRHc6oNU7ITHbUfRYjKQhEmZ53oj/zs4fMIGYslwVxJ2omkitBpt5VUbsKZKTNqLagaBDDSnFS2E5XWVidxvFgs2sxU2p8q7izgm3ahRFxpaqi0VMcVx0v4Y5cVNdEKoQEAfISSK7Nuq4VQEpAuFXGcIkYgcsl8Upi/tIJHcdCa4OLNTCsnSU9xpZGeTTrRL720f9R/stYJSH0mqPQlMV0QerE9wYQwHwTmGXtPUUnZrIRonx1HaMGILTvR42OPAtrxbZQaO2SOPUpPQQmkXcELajHBFofH4M/Sd9asBUFElhILVuRwgnz6naif37y8HqdXF4Ph+U0+Gl3kg3EIoraJd3GSeNdRAgEppwu68ZNga3FRQtxgM8Xc0CTeFq3VmG8gLiybQ03oZ2FOHeeZqyqlbddqR+swtoWb8L4Ak0yV3MndP6OJ4tDZOiggqZhQMsQCajA+kxGaQmH4shONKipRhiUQilnMWbGxMG5iLLM1kc5W2i80wxwBWYDxFF1m0SefIZWixNrQ7VjWJ8b3sej+qRwnaKkc4uwNRVYhqKkT8K2kaLvhaKqVqKUcG4sMZ+BxzuiCktO6QCvALzm6BhfCgSXQv+LUBg9vHXuPJnSqNOBSPIfLAnJmAn77XsAVNuYTKF7H+CC7GPTTm8Gwn75+4BPEZI5lcU9wIBEVlT0IPl4iqezaDspRYGdo3RTCSH3WJLf217dhw2Po8zfqxg6+YcJx/C3hNwXZgj5gyw/j5T6N/8cIGrst8by+6P7y1tBwxRm0JGDCQQHTisnV3GsAWGCJlORLhAsYxcaPjTlTzoAkDIgAbb4+wmAPNK2fZrAbwaMmVDeCfHT0+Mnxr0+fPf/tpB3/9eHjwzuNVktqzLF3F7ZU7841dcv2TGnh2UO27AfDPL160csHrwb59U2evs53AeqYbo/rJPa7Y/8q8bvp800y+e9WyfgqfdWkHUPIvRET0qwR3KiJ1ui8idZV2H3jrb3XKASYZbNwN2GacSYY9P5gzPxO7Nr7Q4XdSa9AyMOw6/9cqr0X8WepGrPK7JtaKKOCeaPvNL4OVLUsvRz8PrroH7R8rFn9fkDS/dvyhafN++POC2MS732jbYF8978D3dbfUEsDBBQAAgAIAOWiSVHYc3csrgEAAG0GAAAfAAAAdW5pdmVyc2FsL2h0bWxfc2tpbl9zZXR0aW5ncy5qc42UQW+CMBTH734Kw66LmeiG7qbikiUelszbskOBJxJL27SFyYzffRSdltJuthf658f/9b3Sd+j16+HFXv+5f2iem/Vbe91ooDTJC7hv69ih50r3BM4SWGc54IyAZyDl76cX+XglbMYeaUyj6l3ZCs3Po+rNBmGh48xiwS2asGilRfuyaHtb4O9WZuesThlpZY4KKSkZxJRIIHJAKM9Rw3h3L83QEzRgWgL/B92gGFqmj/5kHjrJq+N4HoSLqc7FNGeIVCua0kGE4l3KaUGSc/yRmjq9rRjw+sB3rrA4E/JVQm4GXg6X/tJ3k4yDEHCOOw1n/uzJCmMUAdYTCsaT8ewPtGXcLahBl5nI5C8d+MEoGOs0Qyl0qrRYhsNw1MZI7dWpZif4iZOwl65kGEYV8FusKCvYDQfIOE1VRbpooKYVxRQlGUlPXDhV08qpzSpb17/RdIxBRHly+Sse1NSZTjFa14wa12xrubW5q7nc0Bmk9XILI+rK1hewTSQ20d3PTLG8iK39SLPZqPVHnTniO+BrSnHdP/sekhLF27xuKXUCn3prsO41vjkrc1u94w9QSwMEFAACAAgA5aJJUZQTsyJpAAAAbgAAABwAAAB1bml2ZXJzYWwvbG9jYWxfc2V0dGluZ3MueG1sDcwxDoMwDEDRnVNY3int1oHAxlaW0gNYxEWRHBuRgOD2ZPvD02/7MwocvKVg6vD1eCKwzuaDLg5/01C/EVIm9SSm7FANoe+qVmwm+XLOBSZYhS7eJo4lMo8Uixx2EajhU17/wB6brroBUEsDBBQAAgAIAOaiSVE4Ljpupw4AAJokAAAXAAAAdW5pdmVyc2FsL3VuaXZlcnNhbC5wbmftmHtYklm3wN80o7LRqa8anUatsXteymtekNEarUQtqbwWlnkPLQk1DNBxGmc+b9MNs/FSHyPklUzFsFCnprECNQaUBIXKvADzSipIgsB57ZzO+Z5zzvOcP76/zvP4B5tnb/Zv7b3XWnuttfnpcHDAZyu/XAkAwGcHD+wPBYCl4QBgnL58GTRy/BopG/pagg0N8AMae7+SQp2lCb5BvgDQVGI6f8oE6q84dyACCwBmTxY+S7rT7p4BgM2OB/f7Hs06CQ73FRBUhO4pfab9CeqFML/MPzNsT981NW3duPRW+7PHxzdtp35X92D5WuTB9d9tOeTmO/R9WmjUjZ2jgRtciFe+bntEm+GW0Kqyiaxeq3EvH+v3Y9oK5ng5EzvJqciuxE5WSLyWQFv4fDW0ZQDwMzKF2m8OxCyMLV9htzC2KXdhjxs331vofL90PdTm/NxltACt+V8gzEo7RYe2cc8fFrGFCw2noqrBDfaReoj8F+QuQovQIrQILUKL0CK0CC1Ci9AitAgtQovQIrQILUKL0CK0CP2/gtqvdJ0u/PRXKbZ0XK/TCracYQV9JHIMIf+XmJdjXdPP8/pC6I+m0LRO/CgiuMRbLZZGkbT0NqIMP6BqkJ8Q2EATccT5AslJq5D++edqAyaLE0ceb/oC8UCYLzHQDN66MUpfo3oyA4fU5lWJDW/dLAl2zRhhR73ulkteUO4oxaCvytdvqG0kEayhZTl123d7NjrNzc+HdT4Us+XHbq5mOni1ktTL7gXlVh8STaz0PouqgkEzx/vLdlFGdmA5/Nz54xKCivKGwWlCaS+WQEIbr9+Ho59BkySbK4npcxe1EptoBYjzF+0uLYO7mZC5MEI4JCNnxhs+Md2sSvKjYG6yOdZGpudGiolNf7Ecz4B4ACgPK9nmX+LKOT+yiizyyl5u11XUriyIEzAEj35ulS8BdofEMOeX27Vlzn4enrMB9zdHMmvscv0JcyDnohF7NCCGyWrO70q/bY6Yf68UhOh6pGIWGt2ZMKjuUGeGyVXirBF0I2OmQjE/2j8/EUA/iX7MJc6x0cQmulyiZ3x4HqKfKxC9VhjeMHndNqRLhOdhPfZtGRtQFHpBpDofMd/tyBCQTvDvtwY/rPehX6kelcXyVfVywo5S7yhKEKFwSyMM6PLOHZ22vTckHtwX43HA6q5+sMrwVCqS6HnNsDbUutPJFTWe5xqfhcIetjZIDHmIobWYcHoqXShorUrpDLu0fd3XQkwEaipurdUYOephUQ0W/UVrKoaCoZNrSo7I8GGXatSCcZRN5plUpvA4ppMRxY5+MaGdWtN8pqV3S/zzxIrAVUDX8X9Sx8+e4fbYBHNkf5lRSm/w4P2ggTpR/Xd+iiiSshtd/pQrcSMo737ONfp9KB1b2uOhxh2Rz95pINfEyTUDqsn+8f6Orbs4fEHfn+mqNHtU1S9d6UN2g/eDpy98DeQ0LCWzS7rSsxPMc0djok4f8LqJDk2wVMIGvopdu0YIurdbyZH/CG371tQZy+454TY+JHh6YViPH+hk6bF1y1FTZ5KY8coO26IOG9rMcBiiXXMNpzJOSDsa7hQ5Dp0I9JSmtALAWdyZGOk+Px2pheN+filZh5XSa+AdA11OrbP3bcdC/WH9trjjvtmeL8o9A0/hySbdFpe/9wlHpnUf+aosKhV0w0M6zDYObM5gcrXFLhri2ZlXBTblxBlugiBQX6VBPaHElS5ortoj88QYo+1Mj2e22hcBAFFW68KJ73laQZR3hc/F93PSK+PiDQ7ut2wMb9vCYH2uKtMH+OijvDSK9T5GXLLQSWVaS2TiH6IbIVeIbGTB8UWPqli6qf44VUGXNO45363NAmNbRjQEI9oY6JSy2Q4mIVzbwIIPH2cNO9TR62YNWB49O1XmVkenUTt6/dlgBXwpOa/IrDZAQ4svRyVYI81/9Ojdvln522m8l3h/TJm2/YE8t3ryZy1iW7SB7iWQlm3AdUeU9mvHT27MgE6E5RHDy6MUQ9oUcn0EjXiOb/6Aez8FBsTU2RoFwn+QYj5bC+55dRTuk1xiIsdX8rpz/+5gC+Z0wNdX+Ojrjeeo5m4BHGafopzrdlWKIBL0ujjI5XSo5hbzFFKplCHsaGCPp9Kp6MxUmbym1Cd+8qMnUPJkNbNvaVgZ8gd8T5FryKbTVSstec15A4+WBaalMltFieQOh9mOZQsmoe+6p8ycxHXDI6lUIpZbJ9laOHmgFFmKcFcZ33Yc0cWB4KwikcxpQFVF8RA/vnJesMvqcE3zNfn5ocQyZlLJavn5I1ZINeyDqiOSiohJYytLKJFrk+QDuFqcsKX7qr1ZC8ioeR2azNLrApAGi6wi6DRlxHn9+SwR3b6Sbwc+0ZdSMVGYCjzpxEnegLwvVdYm8BHfkpaYFz8qgmKNGWPrvRbjEWxkdA3YIjWv9wg2yWek7XJpcfaWEdZ5Rb5OJhFoR5fXiO5y7N0zB5/9Kfj2hBh2Z9Y1VKazH+Or5Oju6sYUFp1jL7hklVute7mTZ5PI86AZTu1ui+Y5elV48EY1pIDmd0OeoPs2XUeNjUW2rSl0jaPML9B4ZvVsMXp9K/ASMZAy9avVB4HqrNDJNUjrLVRJ83wRIPJGe6NOK1oyr+SQbeO/3EsuZFxBaj+AEm6Zr04fKcx3BeuvCo8bXCq5g4HjqQ/tUYI2QqET3OHVQoiF1Rm/q7YIhQnBnMxfzaZpzpmve4g4r6MX7hKiDbNNd94+TTQItFpn3177sDGHXyI17dvXBQhnI9/twLFStOB9fco9ceqRuFQmlSFK0yZSFN2z++qOgVwnVx4KkBe3TH4TQEt2KHOQ9JVnzE1IuHaWDc66Nyc6V9/ta41XJJVA5tySW40455Dd1m82H5BbXbHa2fOAQuIOz6u2xg4YREpBA/HOschVd7upPZXftLiAM1EpLUVnhN305kwNbYofh7EpNmIP+dRLbSSlGVFBCRdEYBnRKw5PmP2YYChjHTaiijmmNERlh6UBDpYNvPjgh5eUkFMVDlgGXb7BOl+9DLoR7za2Xv57+uRrfE8LcBgmUxl8DrSgDwWZN2brBrn2Zsh+rcgJ3LELPJ+kNUFPe3CCDHP1e4T+TuCIwGeCVBZxpBYURFLtO+NtBvgjA2Jmd5MO495+id1yF1WcVfvy01ZomRxeUua8zkqbyLy1hYITcpJKS/RWPVe5nikJF8Z6mUuAVztX2D1Hm8kS1m5MztY5jvWakKWoPlHsM88PjTghpA89eucEXwR+cak0C3+4B7PSTidat0tItDIhQxEF1RaiGHIMFXVvp7AFwYR5TXti8YcCv4/Z9JaWGO2ZVx1Eyoe3P1oIeW5Y4SgF8jwoedyqsZml0FZVaEEA8jzcey98dFNG8V7Kbav3gtiqjN0IQm2vciPr2xx8Pd9RJJbA8rgtzWnJD8HbujUh5rVJVZJICmYzz4doaqcr2wYWko/ElInydW7C6TjlXhxeBFZk/HKD0usm3BcTIdWpJQjW9ItdtIQqwuwulKKOnYPzl5SAxSwdNSZJaDUxZC77qJwyB4HBa0FPZKrBlx9A1rSJKx3QxsC9Y/AxC3hjuNe6LZG3t4MbiWykcVeiP0wKTr0d2HuYp3/2jegPJfKmLY1ATCliXOEkGhjoeIYgZLDdXERMuUO5zODGqqEo+DA47sv+q1Cyjjg89avfC+c+byxe3tAWrJ4c1r54pNfIabQqoibZ8o4JGUpTIvMmJ/WTZiopdWKohhToLy+kdj5x+BSkCgcinHU+dTabVRnZgHOkNeRVLvf4ypLhFxN2PzAtTXKkhWZ/ihwrD2Vz9hKiBchYX6vbahl2whGRLhxvG0jc8LxwVuFSqNImJNkw2NqX3LQ0vBc1tzp1XHylrd/aiF0YgtApd1Ye3V+GYre+DDXAejcQEAMtfiepmY8wMrPmYQ91ppASAWXPIb4VSfuAwu5jdS7YuZUXQBYnRkAZu3i5nSuIQx6qeLpbbZHqSQF2V2AhreFiZOejWf7doV9N0CqgEiDY0evTnspFnboRDtHAgeIk7nCyjjsrxHDFVUvJGs/kBPZ1Sp8LZNKyqcemjtFwk8SGUjRxTjk/01dl7Z0Vw6ko7/PRTpudpXPVsUGGqB9CM8k4mJhKMkuLqOVB+uMEDeeWED8McDBp0DbtnTWb3CPNIL1RoPxULCOVMWZx6o4VMzgYOf+iRhBXT6fbv0nt+WuqdRmZjiXzeSRZ4fWGSryshueleOTsvdd1zAGZrNS9oiZnoO8E7HxcP3eq81Nl1OpcFNrz70pYaTf2qZDsvescJnMNo8pcmtspNUm0cpX40kwPL9CR5eK9+5O4kBvjGrGMxD4iA2v5uh2Xsf9ZbrliHRqvc6ehMLbCrtQmd3S2F7KTZYjP3DupXkdfdp2LbdeM/40cOf7TtkoL65tfYr/Y6qqzbudDcRD704Kl1kDOfKMrfW51eKrir033yqc+jJSgDYpACshHwjUTlCfGqNjJx78WE1PfJcpi7c7DAWDsn5cyKtgzcjAIfWR+DXaSLldG/7dq+I+JHX6ggqZ2JlitD1ntlEkILc26rCAmi3iCNMv/IUy17VaAY7rIwLiojHqDvxJFqh0cGvXw01XfDpzvasQ46Nb9oxIqxM+Jt1hX3aQX/0fpV9gmIWqVHOe+6M7Wkw0oOfQc8uZ8Kg0XngdXaU2Sd/zxJv+nVwVokk7TENf6V+V2YwA4Jxr6PeUpgZcgRzFtLk6y3mT815PiUl4D4bduPPwG3p4sOJkNauCx0E2U9jtRBBjoKZVlofsLLMnvRo3dHMR+7ogf5tRjlqF+MWJXowuntsbLTX2O764RxNYwMxViVXYnv/LQ0dKCXVBsOzENlX+rSuqQPghDv6JRPY3PfHNzntE3EP9StDb8RfVJCN96EVr5N9FCdJL1uatRig0sCweIfTJ5DVbllfL2dY1z2OzvN8ZO+WztBK+55N33+PiSe3/sX35n/lgebDB9jvx6bXzcntsLvx78Nnh/o1/Md/8GUEsDBBQAAgAIAOaiSVE6nedwSwAAAGsAAAAbAAAAdW5pdmVyc2FsL3VuaXZlcnNhbC5wbmcueG1ss7GvyM1RKEstKs7Mz7NVMtQzULK34+WyKShKLctMLVeoAIoBBSFASaESyDVCcMszU0oygEIGFhYIwYzUzPSMElslC0MzuKA+0EwAUEsBAgAAFAACAAgAzJM9UTZhWAJHAwAA4QkAABQAAAAAAAAAAQAAAAAAAAAAAHVuaXZlcnNhbC9wbGF5ZXIueG1sUEsBAgAAFAACAAgA5aJJUZxeMggUBgAANxcAAB0AAAAAAAAAAQAAAAAAeQMAAHVuaXZlcnNhbC9jb21tb25fbWVzc2FnZXMubG5nUEsBAgAAFAACAAgA5aJJURUeYBujAAAAfwEAAC4AAAAAAAAAAQAAAAAAyAkAAHVuaXZlcnNhbC9wbGF5YmFja19hbmRfbmF2aWdhdGlvbl9zZXR0aW5ncy54bWxQSwECAAAUAAIACADloklRtEHcN5cDAADeEAAAJwAAAAAAAAABAAAAAAC3CgAAdW5pdmVyc2FsL2ZsYXNoX3B1Ymxpc2hpbmdfc2V0dGluZ3MueG1sUEsBAgAAFAACAAgA5aJJUTwsDLloAwAAoAwAACEAAAAAAAAAAQAAAAAAkw4AAHVuaXZlcnNhbC9mbGFzaF9za2luX3NldHRpbmdzLnhtbFBLAQIAABQAAgAIAOWiSVH1yVm7kAMAAGgQAAAmAAAAAAAAAAEAAAAAADoSAAB1bml2ZXJzYWwvaHRtbF9wdWJsaXNoaW5nX3NldHRpbmdzLnhtbFBLAQIAABQAAgAIAOWiSVHYc3csrgEAAG0GAAAfAAAAAAAAAAEAAAAAAA4WAAB1bml2ZXJzYWwvaHRtbF9za2luX3NldHRpbmdzLmpzUEsBAgAAFAACAAgA5aJJUZQTsyJpAAAAbgAAABwAAAAAAAAAAQAAAAAA+RcAAHVuaXZlcnNhbC9sb2NhbF9zZXR0aW5ncy54bWxQSwECAAAUAAIACADmoklROC46bqcOAACaJAAAFwAAAAAAAAAAAAAAAACcGAAAdW5pdmVyc2FsL3VuaXZlcnNhbC5wbmdQSwECAAAUAAIACADmoklROp3ncEsAAABrAAAAGwAAAAAAAAABAAAAAAB4JwAAdW5pdmVyc2FsL3VuaXZlcnNhbC5wbmcueG1sUEsFBgAAAAAKAAoABgMAAPwnAAAAAA=="/>
  <p:tag name="ISPRING_PRESENTER_PHOTO_0" val="png|iVBORw0KGgoAAAANSUhEUgAAAZYAAADVCAYAAAB0Q9bgAAAAAXNSR0IArs4c6QAAAARnQU1BAACx&#10;jwv8YQUAAAAJcEhZcwAADsMAAA7DAcdvqGQAAAAhdEVYdENyZWF0aW9uIFRpbWUAMjAyMDowNjow&#10;NyAwNDowODo1OGVxnqoAAEucSURBVHhe7Z0HfFRF18ZPeq+kJ0BCb0oLHRGVKs0CVjqIWBHF3lBf&#10;ewMR/VQQbCgiIL1XqQJSQ6+hl5CQkJ6Qb565c5NNsptskk3Ibs6f35A7s3fv3jrPPWdmztjlCIhh&#10;GIZhLIS9+sswDMMwFoGFhWEYhrEoLCwMwzCMRWFhYRiGYSwKCwvDMAxjUVhYGIZhGIvCwsIwDMNY&#10;FBYWhmEYxqKwsDAMwzAWhYWFYRiGsSgsLAzDMIxFYWFhGIZhLAoLC8MwDGNRWFgYhmEYi8LCwjAM&#10;w1gUFhaGYRjGorCwMAzDMBaFhYVhGIaxKCwsDMMwjEVhYWEYhmEsCgsLwzAMY1FYWBiGYRiLwsLC&#10;MAzDWBQWFoZhGMaisLAwDMMwFoWFhWEYhrEoLCwMwzCMRWFhYRiGYSwKCwvDMAxjUVhYGIZhGIvC&#10;wsIwDMNYFLscgVouFaa+bmdnp5aYm4k5l5evFVNVKWP1Vwh+ljTYYmEYpsoCIdCTTsE8gAAVFKGC&#10;+YLfqcqwsDAMwwiKEgYWjZLBwsIwDKMoibiw2JiGhYVhGKYU6O6xgi4xhoWFYRjGKLBIcpMqM8Tw&#10;cyY/LCwMwzDFAJuE5cN8WFgYhmGKAVaJFBe2TsyChYVhGMYMdFFhcSmeMg+QZBiGqYoUrDpZcPJg&#10;i4VhGKYUQEhYTIzDwsIwDFMGWFoKw8JSDBfPn6JLF06rHMMwTAHYcikEt7GYAKcl+fo1+uOnz8jP&#10;P4h63TuCXN081KcMU3W5fPkKxcbGUuyZMxQXF0cJCdfk82Jvb0denl4UGhpCERHhVLduHfL08FTf&#10;YqoSLCwmyMrMpP+2raY/f/mC3D286ZFhL1O9hs3Fw+Og1mCYqsPhI0fov527aPOWrbTjv510/vx5&#10;kS5QalKC+DR/FeLpF0AhwcFUs2YNatO6Nd1+W0e6rWMHcnNzU2swtg4LSwFu3LhB2VmZFH/1Ev30&#10;/buUlppCKcmJdGuLTtSjz2Dy8QsU4sIeRKZqsHzFSvrmu+9p67/bpHWSmZKkPjEfdx9/6nLnnfT5&#10;px9Tndq1VCljy3ANWQDpKxUpZvcmirt8nuyEiMBiOXZkD8WeOiRM/hscG4gxi/j4BHrvg4+oQ6c7&#10;yTcwlLz9g6hV2w70xlvjaV9MjFqrcnLu7Dm6u+891L1bV5o3exZdOH2yVKICUq5dpflz/6LRTz5N&#10;Fy9dUqWMLcMWSwEgHOfPnqS5MyfTlUtnycvbTwpJWmoyRdZuTN2F1VItIJQb6xiTJF9PpjfGv0MT&#10;Pv9C5LK1woLYOdHIx0bSG6+9Il1GlYmp03+isWPHUVLCFVViOR4ZNISmTfmenJ2dVQlji7DFUgC4&#10;vnZtX0eXL56mrMwManxrW2rXqTelp6XSkYM7hSWzmbKzs9TaDJOfM+JNv3uvPkJUPhU5E6ICcjJp&#10;yvff0v0PPkInTp5UhTcXuLqeeuY5GjlsqFFRcXL3VkulZ8YvP9H0n39ROcZWYWExAJbJ+XMn6cC+&#10;f2U+JeU6+VULofqNWpKbuydlZWXSwZhtFHflvPycYQxJS0+jcS+9TBvXr1ElxbNj60Ya8/w4lbt5&#10;oCH+iWfG0DdfT1Ql+WnSrCVN/eH/qG7DW1RJ6flr9ly1xNgqLCwGwBJB20pC/CWys3OQ3YuDQqrL&#10;7sZdew0kR0cnOnV8P+39bwNbLUwhlq9YRXPmzlM581kwdzatWm2+GFma9IwMeu+DD2nW77+pkvw0&#10;bdmapn7/fzTokYdp5oxfqPvdfdQnpSMgIEAtMbZKlRSWGzfyuyiQh1CcOXVYurvchKCgDQVWipeX&#10;H2Wkp1NUncZUM6ohObu4UcyezbL9Be0xDKOzbv16ykwtXQP3tJ9+VksVz2uvv0Xffv2VyuWnVt2G&#10;NPmrL6l1q2iZb96sKf08bQq9+PKrRA4usqxEOLrQSy+MVRnGVqlSwgLxgCAcitlOGRlpqhSdwOwp&#10;NeU6rVkxi5KvJ8qy9PRUCq9em7x9qwkxcSVfv0BqFn27FJsrl8/Rf/+uFoKTtw2mapOcnEx795W+&#10;p9fceSW3dCzBn3/Npi8++1jl8uPg6kH/e288dWjfXpVoBAUF0ScffUB//jGDnD1K1u4ycsQIaibE&#10;ibFtqpSwYIzK/r1bafWymXT+7AlVqrWtxOzZQiePaRXDDZHHWJUakfXJyclZWi8QnzoNmlFkrUbk&#10;4OBAO7evpbNnjsvvAlvtXLdk6TKyE2+Zdg7iPNg7ifPgKJKDPB/aeSn/NPLxJ4XQp6s9qpykpaXL&#10;VFpSrl1TSxXH6TNnaOSoJ1SuMH169aKHH3xA5QozoP99dPzQARr91LOqpGja3daZxr/1usoxtkyV&#10;EpbEa3HSjXVOiMo/q/+mq1cuyPLrSQm0ffNyyrmRI0UjRwgQKk5fvyDp7tKTp6cvNY/uTN4+1Sgl&#10;OYl2bF0pe4tBsIS0yG3ZLDi8m3aI+OHK3b3b1dWVXF1K4RpSuHh6qaWKAff48MdGU1L8ZVWSH5+A&#10;YHpv/FsqZ5rw8DD69uuJ9MtvM+iBhwdSgyZNKSisBvkFhpJvYAiF1ahFXXv0osnffkeL5s2h8LAw&#10;9U3GlqkywoLK/9TxA1JMnJ1d6djhPbRp/ULp8jp2eDddPB9Lrm7ucl24zFxd3SgoOELmITIODo5S&#10;XGpENaD6jaLl6PwTR/fR+XPHZRsNtm+zbS75BEVXmIpVmco+asjDw71M41Fu69BBLVUMv/0xk1Yu&#10;XaRyhXl53AvUpEljlSuegaphf92q5bRo/lz6e84smjf7L1q6cB4tX7KQnhw9ivz8/NTajK1TZYQl&#10;KyuDDh/YIS0MgDaWvbs20p7//pGWB8QE7iwIBLoV+/oHkX9AiBQVgM/glnERgnNr847k5eNPSYnx&#10;tGX9Yjl4Uoshllf9YX3bcI/px1TxYpIPKxiP2qZNa/F/6XZ0QP/71VL5k5iYKC0IU7h4+NBzzz6t&#10;ciUD7S/RLVtQp44dqNNtHeiWW5qoT5iqhM0Li+7GQqM9rBRHJ2eZd3Fxo6zMdFq34i+6cO4UuXl4&#10;CUHJEvWCHd0QIuPjGyCsFKd829DaFexlF+R2He+mDGHtoK3l5PH9WEuuq3dDPnfmmCiPUZaM9QpM&#10;jRrVqdPtnSiqTl0ice4qEmd3b6pdv5HsiWQNI7UHPvwQRbdtp3LmU69hExo1crjKlT8LFi+hLVu2&#10;qFxh+vTpxQEjmTJh0yFdIAYQCzTAL5zzA21cO588vHyFcGRL6wNJW08/BbBK7KV7rE2HHtSjz1Ah&#10;RJq4AMP1MEfLr1M/otTU6+Th4U2DH3uDqgWGSiGJPXGA5s36P2nJPPfaZFEpusjt2gLx8fF04NAh&#10;OnT4CB09epSOHTtOBw4coj179wqzsOS95Jo0iyZvby9q1uxWatyoEdWtU4fq1a1DNWtUrjAn5rJi&#10;5Wrq1vUulTOPfzZsoI4V5ApLSEigvvcNoH/WrFQlhflz1mzZMM8wpcXGhSVHurXQfjLl69el0Dg5&#10;ueQKRGFhIcrMzEAB9bpvJLVq11UKBdpX9HV1sK0NQqjWrZxN2UK8uvR8iFq0vov++3eVbLtBV2R0&#10;FhgwcCw1i+4sB1faOj373CN96uYw4KFH6E8TA/KsHfSk63Pv/ZSdlqxKjBMUXoO+mTSR7r/3HlVS&#10;/ixdtlzuW5Z4ITKKnRMlX08gd3etvZFhSoNNu8KkGAiR2LlttWxTgajo5QWFQgcN8c6ubhQeUVuK&#10;CjC2LiyQps1vE2/b/kI0HGnvzo20ZN40+mf1PEpKTKCkpARycnalfzcuk1YNU3Xo2aM7XTh9il57&#10;4y0ZCsU/KJQcXDzIXiTfgGBZ9vSYsbRt88YKFRWwW1iWJkVF0OmOziwqTJmx+TaWawlX6PCB/8TD&#10;YqI7pxIZw+TrF0BePn5yGdaKKbBO+9v7yNaVy5fOyuCVaWnXKTi0BjVt0YmSk67R1asX6fRJLdy+&#10;zWOztm/JCQioRu+/9w5tXLeGFi+YR3Nm/UGz//yDFs3/m9avWUmTJnxBNaprvQ4risSkJFq2fIXK&#10;GadH965qiWFKj00LC6yPUycOyjEncImhcofbyzCJ/9TaGhjH4l8tRDbuY5AkxMUUsFpuad6Bate5&#10;RWw/gxwcnahGZAPq2/9x6ty1PwUEhckIyfv3bM0d0c9ULdB+1KZ1K+rbpzfd07c3tW/Xlvx8fdWn&#10;FcuVK1do1649Kmeczp1uV0sMU3psTlggHnpPLIRpObR/uxQHlN24ARHRk0Z+odGsitCwSBnGxZwG&#10;dwhQizZ3kbdPADVs0oruvmc4RdSoKxvy23TsScnJiXT86F46E3skt8cYI8iv50wFcDU+nuIvm47M&#10;HRIRSeFhoSrHMKXHBi0WuLO0br/nzh6ngzGasNjba5YHxAVGirRWCogMPoPrKyQ8yixR0ales56w&#10;UkZRt96DKDi0pixDT7Tmre6gMLEtDMrct2uT7CVmy/j5+qglMzBtCDLlxOrVa9WScUJDgsndg9tX&#10;mLJjc8ICEYEopKYk0aZ1Cykp8aoqx6FqIqKJCv5qSQffdXPzlGNYDAWnODCSv1bdW2SgSu33tX3A&#10;TJNNW94uQ8NgjpeTxzDexXZp0aKZWjID808vYyGWLFumlowTGBTIDfeMRbBaYYFry5RrCS6t0yoE&#10;vgx7n5Em1kXYFYTLR42mub10F5heJvSAfIQ4oFFeFx9zcHB0NNnI37BJa3Jz95CDKY8e2sXuMIV/&#10;tWpqiako1q5dp5aMExQohIUHRjIWwGqFBQ3rpipzjCE5cmCnDLNi76BF4oUrDJZEfjTx0C0XuMLS&#10;01MoJ/uG/K65FN5uHughFlGzLrm4ussR+rBaSiJa1oX5/i0MgmQqDnnPZRUdfTmQJ+BiLITVu8LQ&#10;2yvx2lVpwehcjbtIp2MPyx5eeaDSK67iw4j6M/TfttWy4d8SAgCBatbydtnmcjXuAv27aRklX6/4&#10;EOlM1eZUbKxaMg26SDOMJbB6YUlMiKO/Zkyk3TvWU1pqihQa9ARDbDBjFk1RYgHLRs61sm2NDNkC&#10;obEEETXryTYYhOWH1YIeYtgP27VcmMrGihWr1JJpfHxuTjdoxvawamFB+BVU1LuEECyZ9yOtWPwr&#10;HYzZJoRFi2JsaMUYkr9C1yp4vQwN8ZifBeIEl5olKn90ScaAScxGmZ6WItt+0Naid29mmPJm89at&#10;ask0Dg5W/57JVBKs+k5KS71O+3ZtlOHt0UCP8Pd///mtjA2G2FzZ2ZlqTfNAUwkqfLS1oBfXpYtn&#10;LCIsIDQiiiJq1JEW1akTB+ha/BVpITFMRXD8RN6MqQxT3lh1zXYtPo5iTx4iV1dPISTOsucXRrrf&#10;uJElG+01TSgsDGhs10bV24t1s+VgSIych6DAyoE7LO7KBdq2ebksLyuwTDw8falB41YyEnJ83EXa&#10;s/Mf9WlBC8qKMb/tnqlgTpw4qZYYpvyxWmGBIBw6sF26ljRR0CIXQyy0pA+KNFbb2ZGjWBfigtkg&#10;e/YdQl7efnJ+FgAhwHe3/LNY9eIqq8tKE7LI2o0pXFgtsIogWohjBrD9zIzKPac7Yzkw9cDqNWvp&#10;+vWKC04aa6MWyw3xUhZ7+jRt2LiJZs+ZS1N+nJabpk3/mRYsXEQ7d+2mc+fPqW8wFYHVCsuVS+fo&#10;4L5tqjuxJh76m7/215SoaEBEwqvXoe59BtMtzTvSkFFvylkhMbASlou9vSM5ObvQmuV/CvEq+Twj&#10;huj7hwGU0W27CIvIiVKSE2n75hVSZDasmUdLF/xkAQFjKjPbtu+gZ8aMpdbtO9Hdfe+l3vfcTzEH&#10;DqhPy5kc2xk/BWH+6edfacjwkdSqbXu6o0t36iPO5QOPDKLHRowQaaRMw4ePEGUDqVe/e+mubj3l&#10;em+8PZ42bym+vYkpG1Y1Hwt2FZU0KmNEEl7891Sys3eQImFnZ9i12HiPK82KcZDtMUHB1alHvyFU&#10;q84tsgwgQvG/G5dQzO7NlCYsIb383oeeoka3tMnNl4WkpHiaM2MSnTi2Twa7hAUDgfT2DaD+jzxL&#10;IWE1xX5ap95/9uUEevH5sSpXNJ9/+RU9/9wzKmfbzJk7j9774ENxz/4rcvnvy6++/oaeeeoJlbMs&#10;Fy9doiNHj9KB/Ydo1GPFz1D53Avj6PHHRqicEYqpKXz9/CgkOFjlLM/BQ4fog48+oYWLl1D8JdMx&#10;z4rD3sWd6terJ+6/MTRy+FBVylgSq5zoKyH+shCVH2n3jnUy/EpqarJsY9Ewfjg4TLjLYBXgO73v&#10;G0n1G7VUn2rgTMCS2L93K61fNSc3InGNyPrUd8DjUgh066O0oPEeXaN/+/EjKSLXEuLIzd1TThbW&#10;vc8g8TbbQ/5GWX/nZvC5EJZxLCySa9cShdB+SR9/+jllCivYFH/+NZsG3F/62RrhTtu7L4b2HzhI&#10;B4T1sx9p/0E6dfywWqPieOLpZ+XEZZbmSlwcDRo8jJYuXqBKLEfN2vVostjnXj17qBLGEljVq7Gu&#10;gej1hW7GskLOzjZ7dkbd1YRph+s2aF7IMkBd7u7hTU1b3CYDSmJelkxhDR07soeOHtotLZ2ygrE1&#10;CFpZT/w+GvExbTE6HKCdKPbEQTl7nzWKSkmxxUOMi7tKi5YsoTu7didfXx/63zvjixQVUD2iuloq&#10;OdeTrlOPXn1lKH68eX/+6ce0ZOH8myIqwNKX9NKly/T6m+MpMCCwXEQFnDp2mHrf3ZPuuf8BOc02&#10;YxmszOeSIxu5TwlRSU1OkmNOUIaGcY2C1gpudS0gJEa+oxK/q8dD1KpdN1nBQ6j0xn59XYgP2kDg&#10;+rr/kTGyJxd+E12ZIQRlNfAgGj6+1ai1EDeIIsa33CqEDPPwXzh3Uo78NzX+hql8pKen0+q1a+nN&#10;8e9Sq/YdRSV1N61ZuVx9Ws7Y8PvHgoWL6c5uPeiD/70jcuY9c5ilMzi8BoXVrEWh1SNRon1gBvPm&#10;zKKeffrRvAULy/yMM1YmLBAAOXjxwH+yizB6hIC8+0ATh7yEtpZs8T1xoPYOQlC6U4fO/cjFVQu0&#10;Z2gZ6MsQHD2oZHj1WtJl1vGOfnQ29qi0WrTuzGWr+BE3DILVb8DjsvMALCTM3xJ/9TKdP3tCbD+b&#10;b+5KDkKkTPjqa7qn/wPUrUdvYZ28TScOl7whvmyWG75cpg1YGMvsy5cTv6KHHh1EMbv/UyWmqV2/&#10;EQ0ZMZImTppMs//8nebP/YsWzp0thOIv+vnXX+jd9z+kfvcPIDcvP/UN0xw5sI9GPfEUfT9lqiph&#10;SotVCQsq9COHdom3ei3uUY6q4IuqhNF2kSysm5q1GspphCEYsBSMfUcXF/zVl9Ee06XnI9Sj7xDp&#10;Eou/ein3s7IAYWzT8W7pzqsWGCZ7jKETwtnTR2XnBKZycujQYer/4MPUtkMnGjvmGVq6cD5lp9v2&#10;PDsVycMDh9Dzz42lFDXdhSnqN7mV/vhzFq1cupimT/mBnn36SerXtw+1btWKmjdvRq2iW9KgRx+m&#10;N197hX77eTqtWLJQbHuw+rZpLp2NpZdefb3YKZyZorGYsKCiNlXBGysvSgxMkZx8jTaunSfEwUGO&#10;QwHoGgxQ2aOdIjsrU/6FSwsWDj6tU68pde89mLy8faXbDG0y5okDZp7MFr/lLEWpTYeeUtTQAF9W&#10;9H3Afnp4+gjrqLbsOo1R+YhTVlLxKun5LM35L56yC25lZ+Xq1XLu+gtnTqmSm0xlOuVl3Je7+9xD&#10;f/z2s1gq2iPw2OgnaeO6NfTggP4UGalNrFcUHu7u1KFDe5rxy080Z9488vQrOopzYtwlemTwULp6&#10;tWhxY0xjUWER/8u/xlPhmwXlxaF/H2AmRsQHQx4uKb3yxWBGhHeBaGA+FUyw5e7hJcv8/IOFtTFU&#10;lAdIoTEX/TfxHUdHR/lbtevdKi0fY8dSGrTuy3bSimrQpDUFBIZTakoyHYrZLgWtpJhzPoF+Ts1d&#10;n8kjI6PskRgshaenB21Yuyrf9TSW9u7bp75RNE89M8bo981Nk7+aoLZUch56dDAtWThP5Uzg4ELf&#10;fT+Fvv92MlXz91eFJePevn1pzYpl5BsQokqMc/XiOWmZMqWjzMKSlZkpG7fzKsL8lZVe+WdnZcte&#10;Vdq6sCbM61Krr4ffOX54j3Rj4Q0fIoIECwVlEI+RT/2Phj8xnoaOfpuGPP4W3ffwM9KFFRoeKa2c&#10;kqDvm+FfCIynl6/sCIAHqazkbZtkvDM06qenJVPMHm0cTUl+Q98Wzq8uvqbQ14XlhfU1obSAyGib&#10;ZUqAfi3Kk8p+WdBWNXPGLypnCjv6efpUGlXUOBsziW7ZQv5ecHjR1g46YUz7qbj9YoxRJmGBmBw9&#10;vEt2/c2bY0S/jbWKChUcZk9EjyfMP7931wbaLyrO0ycPyXEiBStAPY/PMAskBiuiNxYa1Os3jqba&#10;dW/V3EhCVPCm36RZBxr82BvU7rZeVD2yPvn6B8l2keCQGtSi9Z1Uv2FLKUDmVNJYx3A9Uw+9GZsq&#10;AdrGEEOsactO1Cy6M/UUIonwNLDKEAkZ5xdjdwpaMbrlBMGG+2zvro20bcsK2rvzH/GdGEpJTspd&#10;xxAcY5oQsHOnj9G+3Ztyx+swxVOrVi0Kj6xN/sFhqsSGuAkKtH7DRvrfhx+pnGmef/ElGjTwUZUr&#10;O926dqE333iV7JyLnor5jbfephMnOc5aSSnTAEmEpp8y+Q3Z9RfhUaLbd6UakQ1kt15sFq4eVIjb&#10;Ni2ng/u3y/nnMWcKPoerqmZUQ9ntFuM6dNBwjUpyu6ggMZUvJtzq/+hzVK9hC1lJJiUmyDlYUlKS&#10;pGBgBL2Hl48UAcOR8VgXlhHKTAuE1g6jo1fCBV1mhqcIy9hHbLOk42eMueK0bWuCho4G2DYGe0JI&#10;ISQTP3pGCHM6hVWvJbtJNxDiiq/g2GFtYHDo5n8WyphmF86dkuNuXN08yNXFjaLqNqHm0XfIa4Lt&#10;6WCumo1r50vhxuRjw554R16Dsr49fz5hIo0b+5zKFc0XEybR2DFPq5x1cfCgeClKSZEVTqawpM+d&#10;O09X4q7Q+fMX6MqVODp34Tzt/HeLWrtotu/4j1q2aK5y5UPM/hhq0riJypnmqWfH0NcTS+/OKilp&#10;aWl0d997pGuqKO7o2p1WL1+qcpYjUzxv/e4bQEsW/K1KjOEgRO0F+vyTj1WeMYcyCUuaqNR+mPQ6&#10;nT93QlaacOW0attVVIJ1yNnFRYaG3ycsjsMH/pOVKywMVPRYxts4KlFYGWgUDwgKE5850hlR2W3f&#10;uoIunT9Nzq5u5ObmKbvl1q7XVH4Pu4tKFb+HitewskbFmC6sI7zB29s5yHlQHJ2MV/76tuAOgpsN&#10;33F19ZC9tbAdvZItfHpggaVRUlKCFBZPT1+Tv6GD44Sgwm2HCt5Z7BfcaUDfvr4/eh7HCEH5YdJr&#10;dOniafEyaUduQoxvbd5RzqNvZ28nLY1d29bSoQM7sAF5Llzd3OX4HvRew/kJDa9FzVt1lhYcOiFA&#10;SHaK76CTAKwi/M6wJ8dThLhm4gzK3y4tJRGWL4WwPGelwlIUqalpdP16EgUFBamSInB0FVb8Hqpf&#10;r64qKB8qq7BM+uZbevapJ1XOBI5u4qXpENWsUfqBpEWxavVa6tKlq3h+TPfEbNKsJS0W4lM9IkKV&#10;MMVRJmFBpXzi6D4ZogThVVzEm3KOqMzQ5gERkf578Q8+fy8vX7qj2wOyay0sl/17ttAJ8ZatVaCp&#10;ssJFvC90uUXvKLy1owJFqlGrgaxYkxLjc2NpGe42liEEGGuCib7gdkPlXa9hczleBG/wxoCrCBN6&#10;6ZYR2jkaN20nKtm6BmKBylb7LVhA2IeY3ZvEccdIdxy2X69RCyEwsJoKWyQ4RxhRv2fnBrp65bx0&#10;1UXVbiItMFhtOhAWgN/AWB0IJELIYDAo3GFwc8HdiIGUEAh9PA3OLwTRr1qwHA8TJAQEAoboyQf2&#10;bRW/4SPzAOc4Q1wTYC/OF0S9dfvuRZ6jklAiYZkohOVZ2xMWHXOsPzdvf9q3awfVisJgvvIjZv9+&#10;ISyNVc40Tz37nBCWL1WufElNTSV3jC3JLjqq97v/+5DefP0VlSsfatdrRMePmB6D5O7tRxO//JxG&#10;Dh+mSpjicBgvUMslBtYHel3B5VIzqhEdO7xbluGhwls63srR2N0s+nZ6cPAL0uqAZRIaHkVRdZrI&#10;yhuh4/Xuu1gfgoSowh069aZOXe6j4NCasuKE+2v5ol9F5egk8u6yMR6CAvFCN+S9ouJePG8a7fnv&#10;H0qIv0Sxpw6Jh3aTdJn5i0oXYN9uiAocPa/ixZs7ui4j5tjF86fk/Csnj8UIsYuR63mLhx5yYi/E&#10;IjMjQ8YQOy5EdNmCn+UofFgRly+ekRONXbl8jtzdvcR+C2tHWBI4flg1OLZtm5bRyiUz5BgYORf/&#10;yUPyNyDAvv6BUrMgDrA44FqEKOI4EWU5slYj2cMtsnYjed4uXzgjz6veEQHWFawmxDzr2W+oFAis&#10;FxgcIacDQFtT/NWL8vxCBCFe7u6esvNDtLAs0bEB7kgnKaJls1bAli1bafky81wWPXreTW3btFY5&#10;2+OddzBivGicxMvPk6MfJz+/8p0S+PLly/TNN9+onGlat2lLd1dQzKznXniRtm3ZqHLG8Q8Op/+b&#10;/BX5+HirkvIBz8WypUtUrjCZ4lkOCgmlvn16qxKmOCwShBKbwMWJu3xe+vkvXjgl3TiB4sYIDYuS&#10;o8ox2h0Vrv5Wj+/A/YQ2GMT+uiwq6hvZN8QFjKDqNevLaXx18cB3YFFM+/ZtuiBEIEBYPQhxDzfU&#10;9aR4Srx2Vfz2OflGrg9+dBGVLkQILihX8dvohhwYFCEqYke5Dczjgt/GKHgMtLQXgoa2H7RZ4DNU&#10;ypijBZU0BOLqlYvyL7o2a6FkNOsCxwSLDAMdIYpBYn1U3BAb7BOsD1hP+B2A84T14MaCGFULDJG/&#10;g/nw4+LOU8LVy9Kie3TEa9SoSRtlyWnjaWAt4Vyh2zXOHX4zokZdKe4urq5i2/In5G/gnOE72OcL&#10;ZxEqJpayRR7rwlLxENaSm/h9sbY4JlyTsgvLF8JieYEtFgmuWXFUVYslKem6eHHLs9ZNMeb5cTTh&#10;809VrvzYtmMHtY6OVjnjdO7SnX6ZPpUiwsNVCVMUFo9ujPYKWCKo1Awbz/UHTauM8eBp7iyU4y8a&#10;rvFmrQuQDj7DtlDx/jbtIzp6cKespFE5w62jhWyxl5U93EdapYqGfLTnaBN+YRtIECq9wgXYF1Ss&#10;2vwrWuM/hAnbcRDLqNT1dbE9tNmgcRxWA34HwDUFSwW/hTJ9WwjnDwsMAoK8jL6sjgtuKF308Bv4&#10;Ln5P7KI4B1pX4aGPv0Vh1WvL40Te8JwAY2VAL9fOfX7XnLEyS8LCkoexa1MQCEuMEJaochaW/UJY&#10;GlciYXnmueeL/R17Z3c5rgW9t8obVIB4Josiql4D+mXaj9ShfTtVwhSFxWsZvW0ClTTcNHrlrqMt&#10;a3m9HH/xPTQ8F3wgc9cRlXM1NagJlT8qd1khO+A3HDR3jxANLY+3fFSyqOg1CwbbQcWqiYImNBoQ&#10;FIiPtl0AAXFydpbbxTHox6FX+vrvIKG9A2WaSGnbwl9sEJaM7t6Tv6cS1sVn0iLDPglRRR7bhwsN&#10;n8PNpVPwnABjZUAvNyYg5SkqTGkQ18r4ZbQsFfEbZoJn7Iep01TONNGtWlJ0dP5pLcoLc07P6dgz&#10;dPr0GZVjiqPCaxpUfKYqRVOgggd+/kGywkWbgFaR6+KgoYuYtn3DhPpcExPDpGOwmAvKtPX0z7Gs&#10;WVvSIhF/tZQnnHnra+uiHQXfM4q2UYVaH0n8g7sOVllJz5N1YcvHRhQSUbwVYtOX1wS/zfiD0q8n&#10;qJxpmt3alPz9ig8cWVFkpV2XXcoZ87CKV1hNLLRwLfibJd7w0XOsItEEo3AyhbF1DMXMGHrcM9lN&#10;WlhJNl352nil6u5e9MC7PKqWuixYtFgtFU3DBvXVUvmzdJl5ASdjhdVi6j2RyY/V+EYgLr6+gViQ&#10;FbTu1tGsg7JdbU24yi8ZVh7G91VzxeGuhdsMg03RM86WXVdVqzplAOau2b5jh8qZxt3HX4ZdqSim&#10;TiveNQfQ+QW9SpnisSphQS8odDVGBSyqbFWuJVsAQoJ2l4CgcNk2wzCWwbwHpLyfo3+3bZfz8BeH&#10;j48P1a5dS+XKF/SY+2v2XJUrHr3eYYrGql6J0biPLrryrT/XEtCTdaNZMuK2tXeQgx31diXrgh+6&#10;PMw7F1XpjO3ctZtSE+NVzjSeHp4UGlJ09OGykpBwjRYuXkKDho5AA4oqZSyFxbsblycYDLlw7hQ5&#10;ah+7bbjrmsvJekFvGb1HWf9Hx8iIA9bGFxO+ohfGjlG5okFE2zHPPKVytkedBk3o2KEYlTOOu08A&#10;xezeTpE1i59TpCzsP3CAGjdqpHKmeXrMczRpQvl1Nx77wks04Yvix6X4BATTB+8VP8C0NGRlZctp&#10;BI6fOCEsqB10Pf6y+qR4nn/xZfrsow9lD1WmaKxKWNB1eMOaebR+1RwpKqURk8p0uIb7r/Vy06IP&#10;IOR/WETFuAIsyRcThbA8x8ICzBEWD98AOUAysmYNVVI+VBZh6f/QIzR75u8qV1YMn/0ilmXW4C9a&#10;32+UbqI+FhbzsSpXGNxDiDUG9LAm1owxiwuN9gjmafvww1mVwL2emJikcpYAz46e8FKmJ3Tx11OW&#10;+BhJCAnE5EaG9reUYNQ9i4p5WF23I1+/gHyDB0tCZTTOsE9IurDg+DDokmFsCbieTohkvTjITgWM&#10;eVidsCAOF2KE3YBIoDI2J+XD8E2nMiQN9Ai7cSOLvH2qEcLZ2zqFLovNYfMHWKUIq1GToiLL12Vp&#10;S1hVGwtAA/7Mnz+X0YIRb8ss1CFqhwoLQWZvOlrlqlVAGBB5/fo1at+pN/W6t+zTr94MStLGMnHS&#10;ZHr26WLm4rBi6ja8hY4eLHqu+arUxnLs+HHq0auvOCdFtzsB72pB1K5NG5VTFNDpQt1+VVb7k5fJ&#10;XS/3j/HP9GXdc6A/m/rfOnVqyzZBDkJpHlYnLNjdRXOnyBkQYb2Y9eprBcICiyXxWhx17TWQuvR8&#10;RJZZGywsedRtIITlEAuLznEhLN3NFJbBw0bS9KnfG9jzAplRJfn/KAo+14Z5bUHP51V5+dcp/Hne&#10;srOzkwwlxZiH1bnC8EYBd5F1jvMwDW5gREDGjJnWihkSX3WwwpORV53eXLy9vOVzjojDuckeyV5L&#10;DlpyyJcQMNYwOQoh0JMmChAHJBcXZ5VcyNVVT67i2dOSu7tbbvLwcJeJRaVkWJ2wAC9v/9woykA+&#10;w3izMJasBAgL5m1x9yjfSY2YqkgleQ7MFNt/t29TS4y1YpXC4usfkDvZFt5gQG50YFFB60l9kD9f&#10;ScnOziQPT+8q0tWYqZRUkkckM7P0XYKZyoFVCQuEA3h5+cl4WpjtEQMLtWl3pYYYiEjlFxND8DAh&#10;FpqHF3dpZGwPVzc3cnN1U7miuZ6crJYYa8XKhEUTDv+AELqzx4MUHFJdTlmMybKsSUSMkZWZQe6Y&#10;LtjVw4qPxfyGBb33zc0gZv8B2rN3n0ox+VLFktsvyeZB7C9z438lJCTQsePWPOaFsSphgdtLNurZ&#10;O1Cdek2p74DRVK9hC0oTlgs+QwMeXGR5dVZBq6XyVtgIx+3q4i4HR97MSrfCuEmXYvWatdTvvgHU&#10;vVcflXrL1EOlikRe5iqiLLinAwLMc/PGXYmjPXv2qBxjjVhlGwvAhF81IutT3/tHUbNWneXUvnCJ&#10;oa1Cs2zUigaYKr+5aKPuHR0cpSvMqnu7laSSvEkV6sLFS2UMrwunT+ZL51WyHGYcYKW8H8uPGtWr&#10;q6WiuZGRIiMhM9aL1QoLQIXs6x9EPfsOo9btu1NqclJuMEdrQa9YEKbG08uXHBwdtQKmXFi5apVa&#10;Kl/M0k2xUlUwTnXCSzC4cG9MRbslGUti1cKiP7540293Wy9ZMWdnZ4nKWnOBYapffTm/S6xyATF0&#10;cnYl/4Bg6c7TOykwliUxKZGuxMWpXDljpmBUxG2ZklI55htpFd2SPP0CVK5oDh48RCdPnlI5xtqw&#10;eotFT2j4RvsEQqMgby3oouciLBYPT191PFau95WUAwcPU3y86YmmgsJsMxZU7KlYtXRzad0qmsLD&#10;tOjkxXFw325au/4flWOsDZupwRBuPrJWI2mxAFTQGK2rC09lFhvsG2bGhDgy5cfevfsoLSlB5Qrj&#10;5VXx578ibstz5y+opZsL7vOWLcyfy37O3/OszrXNaNiMsDg4OFJEjbqUka6Z/ZVYRwywEw9OluzR&#10;po26V9MuM+XCnr171VLloSIud5p6JioD/fqa3/Nuwbz5tO6fDSrHWBM2Iyx4G8L4FoR6gajAnVTQ&#10;paSVq0wlACJib+8oxTAgKEy2FUFsuI3F8uBcHzp8WOUqEVbxAmQ5Huh/Pzl7mDkI+EYGvfHWeJW5&#10;OaSlp6slpiTYlDMfwqKNYxGHpVQkvwvs5j/FepuKtnxD7K8L3dKiI7XteDe5CKtF311bt1zOnDun&#10;liqGU7GnZSqK7t3uUksVSCW6zNevV8yI98EDzY/evWn9Gpo6bbrKVTy3NoumJ582L2I3k4dNCQve&#10;+P38gykrK0MrqGSVsyYq2SrlUEBgGPXpP4r63DeKQsIihajkXY7K3CZkirQ0810up4up5C1NrPg9&#10;pKKw7HTXxV+/rCz0YKwA69TMxyAuLo6yszGlb/ny3beT1ZJ5jBw+jE5VcAeEa4mJ1KpdRzpycB99&#10;O/kbuqf/g3Tp8mX1KVMcNiUs6BGGLrvy4ZCVeOUSFoiFnR0qLztKuhYnx940uqUNubq5q8/l/ypZ&#10;Hxs3blZLxVPRunn02FFKTbyqcqao2J1KS4qXFVh5Y+5TkJBwjdLT1UtZOYIw+K+9/pbKmcdtd3Sh&#10;w4ePqFz5gnAy/R94mLZv2aRKsmjr1n9pz57K10ZXWbEZYcnKypTC4lctWFRaCEpZuUTFEHSLxkDI&#10;GrUa5o601yyUyt+DzVo5euy4WjIN5uKwFOlmNphnZ5W/hWA2FXjbvf76K+QfbF7XY3D6xBG6d8CD&#10;tHNn+Y7IX7tuPQ0dMZJWLlsucqoOsXemXnf3pNs6dtDyTLHYjsUi7wE7bT78G9mycpbioirqylNZ&#10;58jGev9qITJKsyHWLyiVc/8zMjJo9+7iY081adxELZWd2OOVsKNAcYjHRdj5KlO+uLu50fvvvqNy&#10;5rF/z04a8Mij9Pf8BarEsvwwdRqNHP0kbVi7WuS0YQugemRNGj50iJwYjDEPmxEWewcHupGdTV4+&#10;/tJywXgWfa6WygT2KUcIX0TNenLsjW1RMZVSScFo+737ip4mGAQEmDcq3GbBuK8KfDkYNmQQ9ex7&#10;j8qZx7GDMXTfgIdo7LiXVEnZycjMoMHDRtAzY8bK7efD0YUeHzmC2rcrMAc/UyS2IywQEfFMeAth&#10;cXPzkK6xyigsDkL0kBo0biXH3tgWldNiuXTpMp0+cVTlGFPYVfB7ASyAD4TVElazlioxj5yMFJrw&#10;+adk5+RKX06cVCYr68OPPyUXDx/6ZfqPlJ58TZXm0aFDB3r91ZdVjjEXmxEWuL3Qq8fDw1taLcjL&#10;UbviL5YrS5sL5o5BG0tQcESlFL6Sgo4SqalplJSURNevX1elxYPJnOKuXpXjBNJFwl/DZcO/etLX&#10;KUlKTkmhTVu2qF8tGsx9XtHExRXXoaDsJKeY1404PSNDiPAllasYmjW9ld55600iIRIlJiudnn/u&#10;WWFoOdODDw+kv+bMpfMXLsh7peAslMjjfrgojm/23L9p0NDh5C7qiddeEZZPpvH2sMi6DWjD2ooJ&#10;Wmpr2IkKt3L6L0qIfhjXk+Jp3qzv6FDMNhkxuHBDPkRGLd4EMKFXaEQUDRzxqpzf3hqsllOxsbLH&#10;EIQjNTWVjp84QVfj4+nI4aN0/vx5ij1zRvy9QFcvlWBsip0ThdWoLnsIycshLkq+vyC3TF41WaQX&#10;5K2j/8ktyUMUoTvvFWGxYLBdcUAcPT0xSNV8Lly8KOcPiRfnZ/+B/bRt+3907NgxWrNymVqjaOo3&#10;bkqdbutATW+9hRo3bkzhoaEUGBRIvj4ln0k0Pj5BXheIw779+2n//gN06PAROnzoCB07XHy0YCdx&#10;P7Zo1oxqRUVR3Tq1qV69elS/fl3y8/UjX18fkXzJoZxehiZOmkzPjX1BvKmUfUBiaPUocnVzpeZN&#10;m4r7zE4ITRodP36CUlJS6dSxQ2qtomnZtj3N+v03ioqMVCVMSbA5YclIT6Wl83+ibVtWSJdY/lhD&#10;2joVfcRok8dv4i9mvIxu143ueeAJ+Vlln38Fjd5PjRlLZ86elS6l1ETE2rLNyADmPgorVq2mFStX&#10;0Tkhqog/duLkSUq6apkxDkFh1alOnTpUu1YtqlO7Fj02cniRMy8uXbaCNmzcSIePHKXY06fptBD5&#10;c+Iv3bDQvPGOrhQWFkbh4SqFhVPjRo2oy12dhfjUUStZhu9/+JFefOVVSrxasVZTfhyoc5cuNGnC&#10;F9SkcSNVxpQUmxEWgEPBG+qmdQtp5ZLf5Ch8PSgluFlHCpcXXEboYpySnEh3dnuQ7ur5kLSmKjvL&#10;RQXavVtPdfIKJtvCnEchKyub+tx7Py1dOE+VlC/ffvc9jR71mMrlB+5EzIa5evkSVVJBOLjQV199&#10;Sc88qb0cWZJNm7bQk8+Ood07/lUlFYi9Mw0c9Kh0zdWqFaUKmdJgM20sAN11YQEEBkeQi6tmrWBO&#10;Fj3dLLQKS4jejWxycXGnaoHov6+6QzNWBV4QMtIrLn5UUlHtVuL2QVfqCgfuqnK6ddu3b0vLFs2n&#10;ocNHqZKKwpE++vgDmvrDdywqFsCmhEXH1z8w1w2mj2G5mWNENHecHaWmJpOrq5sUPmsZs1KR3U9v&#10;JiERJfGlV41zcrMIDg6maVO/o1Wr11Bwia5L6Wjeqh3FXb1EL497gZydnFQpUxZsyhWmk5KcRD9/&#10;/x7FXTkvKvW8kc0360ihIfhtuMFCw6No8GNvyAgBOPWVXWA2b9lKwx97XO6rlnAsOJEGebWMjJ7P&#10;v4wsltRyUX+xZflHLzO+rJa0/1Ue5C0aFIIC2YI0a9bULJcSLN9RTzxFc+b+rUqMYPKSGv+gqDvg&#10;i88+piGDBqpcfjIyMsW+PEkLFi1WJSWh9Pedn68P/e/d8fTQAwNUSfny86+/0cSvvqbde/dSdpol&#10;AmU6kHe1atSuTRsa9/xY6nLXHaqcsRQ2KSyZmRn0168T6NiRPbJCy0NUXRV8tNANtKXAaklPT6Vm&#10;LTtR3wGjZSRjhmHMZ8u/22iRENEtW/+lk7GxdPHiJUq6dq34nmQOLhQUEkxBQcFUs3o4tW/Xju67&#10;tx81qF9frcBYGpsTFhwOGuzXrphF61b8RS6u7pVCXLQ2nhzq2W8YtWrXrdJbKgxTmTlx8hQdPXqU&#10;zl+4KHvCod0LXb6vXr0qX+ICAqrJbtIYmxQUFER16tSi2rVqU0S4+fHJmNJjkxYLbqxd29fSzJ8/&#10;Jy9vPwNh0f7eLGHBuJqHhrxAUbUtF5OKYZj84FnDtOTMzcMmG+9RkXt4+sgR7nlolsrNkVE7GRXA&#10;x0e8RfkHqzKGYcoDFpWbj00KCypyV1d38hTiomNMUGDJVITBZmevjf4PCaspLSiGYRhbxkYtFiEs&#10;7h7SasnMzGvYgyUjowtLQam40eNOwnLKzEin4NAaNhh4kmEYJj82arGQDEYJCyEtNUXmISqOjs4y&#10;vH5BdMulvKwXCB2EzMe3iodlZximSmCzwoLuvOHVa8tKHUAzEEpfW9atFQhJ+bvCkhLjpaj4+AWq&#10;EoZhSsuWLVvom2++UbnSkZKSQitXrqRFixapEsaS2KSwwPKAZQJXGLoep6YkUe16t1J0u66EkeSa&#10;O6riGvggLCFhkdy+wjCl5J9//qEhQ4ZQjRo1qF27dvTUU0+JF8W8OIDmsmjRQho0aBDVrFmDunbt&#10;SiNGjCg3T0VVxia7G+uHdPzIXvph0mvUtOXtdEe3AZSWmkyzf59E15P0CX30Q88TmfIYX3Ll8lnq&#10;2Xeo2IcHydXNXZVaBzu2b6dxL46TFp88ryLhrBku46+nlxe1bt1aPKjDxUPLocYrCkxj8MorL9Oa&#10;NWtVSWH27NGmZf7l55/p088+k8vG+Oijj+juu++Wf3+fMUOV5ucnsY1mzZqpXMXRvn172rx5s8pp&#10;IBy+cwlnYW3UqBEdOHBA5TQyMzLIkUO5WBSbbbxHCggKo669BlLPfkMpKKSGdEe5yhhiJX/TKQ3Q&#10;KCR3dy/5+7h5rU3HPTw8ZOiQbdu20fr162m9eHPE2+PRo0foyNGjdOTIEdq4aRMtW7aM3nvvPYqM&#10;jJKVAOYkYcqfjIx0OYeMs7MzxZ46RXv37s1NB0UF6i0EXycDk1+J+89wHaSYmH3iHnXLnQPm4oUL&#10;snv8HvGZYXJydirRZG6WZJO4x/DsPD92rCqRh1Ji9u/fL7czevTjMt+wYUMWlXLAZttYAITkzu4P&#10;krdPNZn38PIhP/8gOYCyvIGgINIybv6gkOoUGByeK3jWRAPx4G3cuJFOnjxJTZrkDezExF4XRAV0&#10;8eJF+aDCZ/3WW2/Jz/BmiTlFpk2bJvNM+eHj40vvv/8BbReW5a+//aZKiR5+6CEpJJirRQduHwiE&#10;oejjmmZn36AtW7ZS+w4dZNmXEybQfzt3UlxcnHQ9tWzZklKSk8Vv7KCOHTvKdW4WXt7eask0w4cP&#10;l8/Zl19+qUoKExqqjcDH5GWM5bFpYQG4wdDFGMnJyYUaNI6W87SI9x1thXIEv4AOAxA4L29/sS/W&#10;fbqLEkU3Nzd65513pJvB1VWbZhYP+J8zZ8plpvyBG0tnydKldO7cWZXLz4oVK9QS0b59++TLgTHO&#10;nj1LsbGx1KVLF3Jzrywu3OKf2z/++EMtFYEyd6zsPc9qsHlhKUjNWo1kO4fmkiq/uwphJdJTk6VL&#10;ARGNPTy9pbhZM+a48Ro0aEC/Gbw5Dx4yhJLF2y5T/uD+ur1TJ7mckJBA+2P2y+WCzJv3t3QB6cyY&#10;kXe9DIH7CejbrBwYPLMm7ke0O5kPK0t5UGWEBZUiuhm7unpI19iNbC2cvjmVZUnAbxiG6scyeoNZ&#10;/8BI80P89+jRg+64QwtFnp6eTlN++EEuF2TtmjU0cODA3Gtx4sQJeuGFF6hFixb04YcfyDJj/Pbr&#10;r/Tggw9Sy5YtqF+/vvT111/L3ykKbPv111+nvn37UM2aNeXvTpw4ga4hOm4R7Ny5k4YNG0aXL+VN&#10;l/v77zPogQEDpJto8ODBtFRYB4YgOOKLL75InW67jVpFR9OECROKdb/C7fTmm2/Q7bffLt1T9917&#10;L/3000/qU/PBedHZ+m/hWRiPHD5Mq1atpvvvu0+VEP36y69qKT8LFy4kN2F91ismCjACQH7w/vvi&#10;3Paltm3b0KBBA/O9XJhi165d9NJLL+UeM/Z93jzzZ+Ys+ORevnyJ/v47bzqDo0eOyHYmJFhehhh7&#10;6nHd0E7YU9y/fXr3ll2aLV0/VBVssleYKVDJ4wFfvvBXWrdyFrl7oLESh59XYZalDQSikp2VRU6q&#10;pwpcb6mpSTRo5OtUu17TMm37ZoOHFi6RPXv2ynxxtw0q+2eeeUYuBwYG0iWDinn2X3/R008/TReU&#10;C2b//hgZlbZLl66UlpYmy8Ds2X/Rfffdr3Ik23lq165tspJetWoV3XnnnSqXByoLvf0Hb/WG368v&#10;Ks1VK1dSeESEKtHYunWr3H90WgA//vgjdezQQQhZPzpw8KAsM2TO7Nl0r6ishwsRmjZ9uirNo5N4&#10;61+3bp3K5ed9USm/8cYbKpcf3DJoz8LkV+aQlJgoXpy0RvgOYn8xVkN3TQK4iVDxb9iwkbp160aJ&#10;Yn2ARm1DKwZ4enqIbXSUHTNM8dVXX9GYMWNULj9oZ0PnDmP07NmzkCDr3CtEdc6cOSqXn/Hjx0uX&#10;K0hNTRHHpk0/Mfrxx+m777+Xy8YIDAyQYfb1Z/Ddd9+ht98eTx3at5ftUM8/P5a+/HKC/MyQNm3a&#10;yHEzTMmoYq4wLRhkePVa0oLQgtVpDep6KimGX0HbjX9giKgcUyg7O5PsxPbdPbxl4ElrFhWg6Yj5&#10;x4BKRefy5ctqSatE+4u3fV1UwLZt22nAgAfyiQpAKBwdNE5HRUVJUcAYBgibnlBJgbvuuksKoCHT&#10;p0/LFZVfhaWDqYXxnXPnzsmyQ4cOSRE0BN1z27ZtmysqYJoQFry5Q1RatWpFI0eOoGrVtE4hYBws&#10;FCEeuqiMHDGC+vTpI5cBetT9a8SCWLlyRa6o4K3a8LgA/lw4f14umwMat/Vzj04X5wt8FxV2eHiE&#10;FGhDQTBsdwEQ++TkFDnWwxSff/557jbQU1Dfb7wkuLu7SwsgPDxcfm4IxF8XlZh9+3K/9+GHH8qy&#10;uXPnCmtyolwuEoN3m17CwnhciAuOSwfCOXr0aJmef/6FfM8gziuIE/sKQYWowALFvdW/f3/tQwFe&#10;MGaLlwamZFQpYcF9hQZ0NKRj8KQWXttelZcuoecXblg00mNWyG69BlKf+x+j0PBawnrJpOCQGrJ9&#10;parh7wf3X174HHRrBU888QRNmfKDdCHpPPnkE+Tv7y8r++PHj9Enn3wi3+71ivlaQkJub6RuoqIr&#10;KASLF+fNoDhevIUaMmzYcPkXFR3ePnVCQ0Opc+fb5fJKYekYtgPdeuuttGTJEtmLSuefDRuky+bi&#10;xQtSIH74YQpduXKFGjdqJD8/fvy4rFzhvkIl+cOUKTR//nxaYrBvxnopjRiu/QaswerVq8tlnaZN&#10;m8q/xsIQFcV9Bm4uuAB10JiP89q9e3cKCAigUaPy5pUvOAJ95h9apwuIqDGWL19G48aNk8v4rmFv&#10;MT9x7fft0643rqlh78AtmzfTmjVr5DKEuVHjxnIZvPLKK2pJq9CLw0BX5L3yf//3f1IYdHAfffvt&#10;tzIZbhvoInNQvCjgHK1bu5ZOnTol761Zs2blc8mVxD3HaFQxYdEO1z8ghGpGNaSM9FQZeVh8Uuqk&#10;fR/jCdJk76/w6nWobce7qd+A0VSnfnM54h8xymwBHLG54KFXz64kIT5e/oWAjBgxUrxBPi/zAG/G&#10;33//vazso6Jqae0TBg3Gn3z6aW4bCvz+xnj2Wc3ttmr1qnyNt7q4oYeaoRUF2rTWhAYViu4S0kE7&#10;UUH31FpR+WAWQkOeevpptUT09aRJ+QQTNGvenIKDguQyvm8IrK/Y06flMiyngmCgIs5TZGTJBpwa&#10;vnEvXLhALcES2ytdkhAxEBERIY5HCzMENyJ6iOlAGH2E9WNKWKZP19p/4OY07I2mg+uoA0tRJ0u1&#10;p4EPPnhfLRUG16TsGEpPQfI+O306ljqJlwZD0F6kA/FhSkaVEhYdNOAHhdaQUxgDvL2U1lWVlZkp&#10;Kwi4bSAsevsKIhnDcmne6o4Sv3FWWkp0jqS0aIugiK/CCsGgSlOg0gPeoqJzci4s0mg7W7duvVxG&#10;O4zhWzraDmbO/IM+FpW0IUlJiXRUjecwvWt5lQ8qYWMYul70tg1DQkJCKEy5gzDuxxBYy/r0uKeF&#10;wKAjgv42DyBucDd5GQxyNAcItD4+Y9asv+RfAJeOv79fPssNjecALsIdO3bI5TQhzHCh3XPPPdLS&#10;KwjGwfz+++9y2dA6MiQmJkYtEf2ntgtg2SxYsECmUaO0QYo6SUlJaomkABrmdfJdK92fZYKiP87b&#10;krd34esG9HN45swZ+ZcxnyopLC6urrLiR2N7jkEPrtKIC9pSUAGhod7XP5CcnfSGUjtyc/eUbSyG&#10;FVRVwvB8NmyouYyMcXvnzmqpMPDB7969Sy7DqkAFr6VwihAVNnz4cL3s3r1bruPi4kouBuJTr149&#10;euCBB8V18JB5hDXB22hISGie71zuZ+FrZFgxmbo3mil3VVHASjOFYYiV+fMXyPYHiNWnn3wiXny0&#10;oKklBecHDeAAlaJu7eF4o6NbybYEnYEDB6kluBThDsuhmX/+KfNdTLSvGLaZfffddxQSHExhYWH5&#10;kuFgWgfH/D0ie/fuLROAeGAbsFANOyggDpjR4ze4DJZ7qoxvCcfBlI4qKSxwicFlVSOqoXxTM0S3&#10;XsxNcHPJbsxu7hRZKy88BD7T/1r7wEiAdgP9mMzhwoWL+SoG+PTzk/cwG3sr1kHbR1paXlfi5s2b&#10;q9SCmrdoIbsmo1Lq3auXTK+99hpFRkWptTWw7+g0gP3HuBq0jUyfPp2GDR0qP0d5MS+/Jq0axEgr&#10;jqLOGirYzZu18SI6aK956eWXZZiWonpkFQUCNeosXbJEdn6Ij4+n++/P62UHUJmjUwRYvHgJxZ6K&#10;pcmTJ8s8OkMYw9CSgAi2jI6mFuKayNQCqQX1EtcCCSL+8ccfq7XzwHV96KGHpBWKxnVsBx0cdEzf&#10;a0Xfg4bfw3U3B1Or6dsyvS+MKaqksAAvL1/xpgv/srirynDj4G3MwcFJNtJ7ehWOXoybsiremIaB&#10;/nr1KuyDN/t10+DcYVyI7kbJnxbSgoVaellUyIadBuAaQx7tJbAGEhOvyYF/AwYMoCD1hmzW5TGx&#10;EhrzdUxtRj9UU/dB27btZCWIxn5DawLAHVYacWnePC9Q5ORvvpEN20C3FAzRG+ERB+zkqZOyNxzE&#10;Gy614kAHBzTeL9TTQqSFuQkN34adIAA6RiC+2cyZM+nVV1+Vx44G/mghUPq1M+uamCkcxkC3bKb8&#10;qLLC4uziRgFBqiuk6VcWWRl4ChHSuqkWHj9hb6f1CgsMrk7uHiXzhVsb5jzrAP55w8F9n35aOKKu&#10;uVUCKje9gkMAzJKAa4a3cVRcqFDRk8nLK6+HXl7lVZwkYF3j62zcmGdtGDsmWG2wkEBxLxjo2YRG&#10;631799JtBr2s8EZfUuDy0reBrsRTp06VomXMvYOo1DpYD5hqOwFoN9LBANKSgG7GemP/Z599Rh98&#10;kH8gbN45wt+i7xJz76GCICryMWEVFkdx14sxTZUVFlQ2YdVrU3paqlw2BkaEh0bUog6d+4oKIl02&#10;0st2mQLro6txaHikeNuy3WmH5TGb+aChF5DekwZvqwUH3pUEdMHF27OOqUGGOokGI+nR00wHo7oL&#10;Xx/teExXIHnl5lQyxlbB/hjukyG4n2bMmCEEb7kq0WjcpIkUUT08PawufdxNSWht0EgPDHviGYLe&#10;cvo5njlTa1/R22iMgTYVvYcduuYiplhRGEZF0MeqAERZKIh+DnG+jT2WZlwGMyi4EePPf0ZGXuce&#10;pmRUWWHBzRISWlOOZzF24+ChxwRh0W26UKNb2lBE9TqqYsq/rm7FYHZIW78BzTk6hC/RexqhWytG&#10;OBvDlJgb45FHHlFLeKvvbXI097vvvkvj1ahsYLheXJxmNeigstbDf6ACKdjWBkqyjxIjq8sidV8U&#10;vD+wD48++qhJ66BVq2j5F21QAQaDMc2loDggKoAx0PtJtyIgAugM0dhgfElBAoOCZPuIDsbDGGto&#10;R7wyRC8wtF4NXaQFryMsyszM4qa0MDyHRV8f02Kc116Iv6Yu8+HDh+VfW3+uy4MqLSxwXVULDM2t&#10;VFCRaBbJDVGWKUWnes16cr1mrTpLsXF0dMr1AwNYKxgA6aNC89siOG50272qxqIYgoZcjFSfMmWK&#10;bMMYq+bLQIU5bdqPFBZWeOQ1MIyoW3B0eEEgLHm9iK5TdHRLevvtt2V4foy9gM++c+fOssywQsRA&#10;QJ1XXnmVvv32G9q1a6d0wSBYpm5VIU4XGsxxjIYj0DGCXKfgOBcdw66oxuKO4fzoc5gYEy9gODhT&#10;B/v044/awEJYfc4uJZvQCiCki4v6HhrJiwo5b9jdG2FrimOYECl9QCcGqMIqRe8uDISFKw/LGOCJ&#10;AYe33XabXA/gHtFBwz5G2a9fv04eY/fuPdQn2rmHCxHtNIYRGQyvyenThbsB16qVN34GgoYQSxgj&#10;ZGgpoTMIOjIAPPNodyvI9et5HRQgtgWjQjDFIE5slSUzIyNn2cJfcl56qmfOu688ItP4lx7KeeP5&#10;+3JefrpXzl8zJuaIyiBHiEfOpQuncz57b3TOmy/0z/nfawNz3nv1UZmw3qK5U3PS01PVVm2L+fPn&#10;433O7CQqkZx169bK82aMLVu25ERERBj97quvvqLWKgy217dPH6Pf05OozNTaebRs0cLour179crZ&#10;tGlTjpOTU75yUQHlCLHIadKkSb5yPY0bN05u94svvjD6OZKoiOQ6ohI1+rkQPPm5ENQcYY3klrdr&#10;1y5n4MCBOaJCzi3DfpYFYVnI7UycOEGVGEdUnDnNmjWT686fN0+VFk1MTEyOv79/7r4aSzt27FBr&#10;a4gK3eh6SEIIcpYtW1ao/HRsbJHne/ny5WrrGp6enoXWCQ4OzhGWac6gQYMKfYZUt25d+d1jx46a&#10;vG5vvvmG3AZTPFUqCGVBYJkcOyzetie/KRvoc5RFkn0jW4Zj6XP/KGoW3VlaN7BMVixC8MrZ5O3j&#10;L990kK5cOkuDR70p1rvdJttY4A5Ag65+mxjeLvoyRoajRw/iaxUH4kch8i3cJMBwe4hLhS6qRYGx&#10;Fu+++15uyA/MA9O7dy+aPPkbOQrcGHhbRTdkgDEeiFqrh4vBQD60PcBaQdwr9JCC5YE37YIDGgHc&#10;e3ijx5s0Bm4am3d90qRJ8u+nn35aKKougLWUF3okR1omGAiJfdBBhN2JX31FosJTJaUD52no0KGF&#10;puM1BlyJiESNhm0huKq0eNB1G1agPigyKChIuscQ/NMYaLsc/cQT9IOKet2ly13yfNev30Dm4aLU&#10;G/Vx3TBQEz3jDEP36MAiwxz2t9xyiyrROkwgWCUGccKth2uGkC5Yxu/AOjUEni5PTy8Z3BIDM9Fb&#10;DW5KzU2muc3gDMN4K7gMrX36i4qgygqLfsNcvniGvnj/CSksGMFtZ+9AqclJFBoRRUOEYHh4+ube&#10;SKeOH6BZv35JSUnxUoBw5i5dPE0vj59KETXqyu0xDMNUdcosvaigjSVrAPvp6x9ELVrfScnXr4m8&#10;KBPigrAsoWFRMvSLoVZgDv1wKSD2ct20tGSKjGoo51thGIZhNKq8TQf3FWaVdHZxlRaHFJecGxRZ&#10;u7EaRZ+nLLIRP/p2+dfR0VGY3BlUv3E0ublp4UIqKwVFv2BiGIaxJFVeWGCRYOpgFxd3KSx6+Pua&#10;tRpKy8TQvYV8pBChsIjaZG/vSG7CogkMiiAHR/P90QzDMLZOlRWWPMGwIw8Pb3Lz8JSDINGVGCH1&#10;PT19jb7NIyZYvYYtKP7qRfLy8aPA4PB84sMwDFPVqfIWC3B196CAwHDKuZEjXWO3NOsgIyAbA1ZL&#10;VO3GcvyLq5unnB1SmyyMxYVhGAZUaWGBGCChkR4hWewd7IUFEiFEQ4unZEosfPwC5GRePj7+sr3F&#10;FqIXMwzDWAquEQWwONB2AmulTv2m5OXlV6RYYG77xre2o0Yi2crskAzDMJaChUWA8StwaSHsfUho&#10;ZKGJiQqCXmOwWpo0bSfX5Z5VDMMwebCwCOztHcjF1Y0aNGlFQSHVTbrAdGDNwLpxdcM4F25bYRiG&#10;MaTMI+9Nfd3aKlwcR0LCFfLy8imxewvfrczHa84lZoFkGMZSVOlYYQzDMIzlYVcYwzAMY1FYWBiG&#10;YRiLwsLCMAzDWBQWFoZhGMaisLAwDMMwFoWFhWEYhrEoLCwMwzCMRWFhYRiGYSwKCwvDMAxjUVhY&#10;GIZhGIvCwsIwDMNYFBYWhmEYxqKwsDAMwzAWhYWFYRiGsSgsLAzDMIxFYWFhGIZhLAoLC8MwDGNR&#10;WFgYhmEYi8LCwjAMw1gUFhaGYRjGorCwMAzDMBaFhYVhGIaxKCwsDMMwjEVhYWEYhmEsCgsLwzAM&#10;Y1FYWBiGYRiLwsLCMAzDWBQWFoZhGMaisLAwDMMwFoWFhWEYhrEoLCwMwzCMRWFhYRiGYSwKCwvD&#10;MAxjUVhYGIZhGIvCwsIwDMNYFBYWhmEYxqKwsDAMwzAWhYWFYRiGsSgsLAzDMIwFIfp/IwTeVFCa&#10;s+4AAAAASUVORK5CYII="/>
  <p:tag name="ISPRING_COMPANY_LOGO" val="ISPRING_PRESENTER_PHOTO_0"/>
  <p:tag name="ISPRING_WEBLINKS_TARGET" val="_blank"/>
  <p:tag name="ISPRING_WEBLINKS_TARGETMJT" val="_self"/>
  <p:tag name="FLASHSPRING_PRESENTATION_REFERENCES" val="F&#10;my-visual_47335948.png&#10;C:\Users\ginja\Desktop\Alexandrias Design\LifeDreamWealth\Life [Autosaved]\attachment\att1\my-visual_47335948.png&#10;_blank&#10;|&#10;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1&quot;},&quot;publishDestination&quot;:&quot;ISPRING_LMS&quot;,&quot;wordSettings&quot;:{&quot;printCopies&quot;:1}}"/>
  <p:tag name="ISPRINGONLINEFOLDERID" val="e8f16470-0acc-11eb-97d5-fe8a05ea9186"/>
  <p:tag name="ISPRINGONLINEFOLDERPATH" val="All Materials/Life [Autosaved]"/>
  <p:tag name="ISPRINGONLINEFOLDERDOMAIN" val="https://alexandriasdesign.ispring.com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WO_WEB_ADDRESS" val="https://app.learnbrite.com/scenario_2.13/?spaceId=spcd495022872dde3ea1d873f"/>
  <p:tag name="ISPRING_WO_DISPLAY_IN_SLIDE" val="1"/>
  <p:tag name="ISPRING_WO_FULL_SIZE" val="1"/>
  <p:tag name="ISPRING_WO_WINDOW_WIDTH" val="720"/>
  <p:tag name="ISPRING_WO_WINDOW_HEIGHT" val="540"/>
  <p:tag name="ISPRING_WO_SHOW_AFTER" val="0"/>
  <p:tag name="ISPRING_WO_INCLUDE_FILES_AND_SUBFOLDERS" val="0"/>
  <p:tag name="ISPRING_WO_SLIDE_POS_X" val="0"/>
  <p:tag name="ISPRING_WO_SLIDE_POS_Y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WO_WEB_ADDRESS" val="https://2vbjtvmy4nrvu0em4sjzga-on.drv.tw/www.Nutrition%20Food...Zip%20Extract/"/>
  <p:tag name="ISPRING_WO_DISPLAY_IN_SLIDE" val="1"/>
  <p:tag name="ISPRING_WO_FULL_SIZE" val="1"/>
  <p:tag name="ISPRING_WO_WINDOW_WIDTH" val="720"/>
  <p:tag name="ISPRING_WO_WINDOW_HEIGHT" val="540"/>
  <p:tag name="ISPRING_WO_SHOW_AFTER" val="0"/>
  <p:tag name="ISPRING_WO_INCLUDE_FILES_AND_SUBFOLDERS" val="0"/>
  <p:tag name="ISPRING_WO_SLIDE_POS_X" val="0"/>
  <p:tag name="ISPRING_WO_SLIDE_POS_Y" val="0"/>
</p:tagLst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243941"/>
      </a:dk2>
      <a:lt2>
        <a:srgbClr val="E8E2E7"/>
      </a:lt2>
      <a:accent1>
        <a:srgbClr val="59B36C"/>
      </a:accent1>
      <a:accent2>
        <a:srgbClr val="53B28F"/>
      </a:accent2>
      <a:accent3>
        <a:srgbClr val="5EAEB2"/>
      </a:accent3>
      <a:accent4>
        <a:srgbClr val="63A1D5"/>
      </a:accent4>
      <a:accent5>
        <a:srgbClr val="808BDD"/>
      </a:accent5>
      <a:accent6>
        <a:srgbClr val="8563D5"/>
      </a:accent6>
      <a:hlink>
        <a:srgbClr val="AE69A0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138</Words>
  <Application>Microsoft Office PowerPoint</Application>
  <PresentationFormat>Widescreen</PresentationFormat>
  <Paragraphs>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Calibri</vt:lpstr>
      <vt:lpstr>Georgia</vt:lpstr>
      <vt:lpstr>Segoe UI</vt:lpstr>
      <vt:lpstr>AccentBoxVTI</vt:lpstr>
      <vt:lpstr>Life  Wealth Dreams</vt:lpstr>
      <vt:lpstr>Nutrition Unit 1</vt:lpstr>
      <vt:lpstr>PowerPoint Presentation</vt:lpstr>
      <vt:lpstr>Nutrition Unit 1 Simulation</vt:lpstr>
      <vt:lpstr>PowerPoint Presentation</vt:lpstr>
      <vt:lpstr>Nutrition Unit 1 Reflection</vt:lpstr>
      <vt:lpstr>Nutrition Unit 1</vt:lpstr>
      <vt:lpstr>Helpful Tips</vt:lpstr>
      <vt:lpstr>Life  Wealth Dreams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[Autosaved]</dc:title>
  <dc:creator>Charles Martin</dc:creator>
  <cp:lastModifiedBy>Alexandria's Design</cp:lastModifiedBy>
  <cp:revision>10</cp:revision>
  <dcterms:created xsi:type="dcterms:W3CDTF">2020-10-10T06:38:09Z</dcterms:created>
  <dcterms:modified xsi:type="dcterms:W3CDTF">2020-10-10T08:08:30Z</dcterms:modified>
</cp:coreProperties>
</file>