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46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21B6-C48D-4965-8DEC-440B6C587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6F8E-E1A2-457C-BB18-3B239A8D9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Life </a:t>
            </a:r>
            <a:b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</a:br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Wealth Dreams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4C4AF-8429-4299-9F13-55FE6980E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551469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Nutrition Unit 1</a:t>
            </a:r>
          </a:p>
        </p:txBody>
      </p:sp>
    </p:spTree>
    <p:extLst>
      <p:ext uri="{BB962C8B-B14F-4D97-AF65-F5344CB8AC3E}">
        <p14:creationId xmlns:p14="http://schemas.microsoft.com/office/powerpoint/2010/main" val="205635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Goals</a:t>
            </a:r>
            <a:br>
              <a:rPr lang="en-US" sz="1500" dirty="0"/>
            </a:br>
            <a:r>
              <a:rPr lang="en-US" sz="1500" dirty="0"/>
              <a:t>1. Understand how to shop at a grocery store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2. Consider food options as it relates to budget, time, and health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3. Read food labels</a:t>
            </a:r>
          </a:p>
        </p:txBody>
      </p:sp>
    </p:spTree>
    <p:extLst>
      <p:ext uri="{BB962C8B-B14F-4D97-AF65-F5344CB8AC3E}">
        <p14:creationId xmlns:p14="http://schemas.microsoft.com/office/powerpoint/2010/main" val="115820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  <a:br>
              <a:rPr lang="en-US" sz="3200" dirty="0"/>
            </a:br>
            <a:r>
              <a:rPr lang="en-US" sz="3200" dirty="0"/>
              <a:t>Simulation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Choose your focus: </a:t>
            </a:r>
            <a:br>
              <a:rPr lang="en-US" sz="2000" dirty="0"/>
            </a:br>
            <a:r>
              <a:rPr lang="en-US" sz="2000" dirty="0"/>
              <a:t>Money</a:t>
            </a:r>
            <a:br>
              <a:rPr lang="en-US" sz="2000" dirty="0"/>
            </a:br>
            <a:r>
              <a:rPr lang="en-US" sz="2000" dirty="0"/>
              <a:t>Time</a:t>
            </a:r>
            <a:br>
              <a:rPr lang="en-US" sz="2000" dirty="0"/>
            </a:br>
            <a:r>
              <a:rPr lang="en-US" sz="2000" dirty="0"/>
              <a:t>Health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7746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  <a:br>
              <a:rPr lang="en-US" sz="3200" dirty="0"/>
            </a:br>
            <a:r>
              <a:rPr lang="en-US" sz="3200" dirty="0"/>
              <a:t>Reflection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How does nutrition effect your spending?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663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ooden table&#10;&#10;Description automatically generated">
            <a:extLst>
              <a:ext uri="{FF2B5EF4-FFF2-40B4-BE49-F238E27FC236}">
                <a16:creationId xmlns:a16="http://schemas.microsoft.com/office/drawing/2014/main" id="{469B1C65-9661-4366-8DD4-25DD4C9CEA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D93B3-EB29-4547-9CC0-DEA934BAE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/>
              <a:t>Nutrition Unit 1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EC156-B9F0-4CF5-B1EF-774E4EF6E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 sz="2600"/>
              <a:t>Please use these tips when shopping at a grocery store. </a:t>
            </a:r>
          </a:p>
        </p:txBody>
      </p:sp>
    </p:spTree>
    <p:extLst>
      <p:ext uri="{BB962C8B-B14F-4D97-AF65-F5344CB8AC3E}">
        <p14:creationId xmlns:p14="http://schemas.microsoft.com/office/powerpoint/2010/main" val="199957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21B6-C48D-4965-8DEC-440B6C587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6F8E-E1A2-457C-BB18-3B239A8D9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Life </a:t>
            </a:r>
            <a:b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</a:br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Wealth Dreams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4C4AF-8429-4299-9F13-55FE6980E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551469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Nutrition Unit 1 – Thank you for playing!</a:t>
            </a:r>
          </a:p>
        </p:txBody>
      </p:sp>
    </p:spTree>
    <p:extLst>
      <p:ext uri="{BB962C8B-B14F-4D97-AF65-F5344CB8AC3E}">
        <p14:creationId xmlns:p14="http://schemas.microsoft.com/office/powerpoint/2010/main" val="379137519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243941"/>
      </a:dk2>
      <a:lt2>
        <a:srgbClr val="E8E2E7"/>
      </a:lt2>
      <a:accent1>
        <a:srgbClr val="59B36C"/>
      </a:accent1>
      <a:accent2>
        <a:srgbClr val="53B28F"/>
      </a:accent2>
      <a:accent3>
        <a:srgbClr val="5EAEB2"/>
      </a:accent3>
      <a:accent4>
        <a:srgbClr val="63A1D5"/>
      </a:accent4>
      <a:accent5>
        <a:srgbClr val="808BDD"/>
      </a:accent5>
      <a:accent6>
        <a:srgbClr val="8563D5"/>
      </a:accent6>
      <a:hlink>
        <a:srgbClr val="AE69A0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96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Calibri</vt:lpstr>
      <vt:lpstr>Georgia</vt:lpstr>
      <vt:lpstr>Segoe UI</vt:lpstr>
      <vt:lpstr>AccentBoxVTI</vt:lpstr>
      <vt:lpstr>Life  Wealth Dreams</vt:lpstr>
      <vt:lpstr>Nutrition Unit 1</vt:lpstr>
      <vt:lpstr>Nutrition Unit 1 Simulation</vt:lpstr>
      <vt:lpstr>Nutrition Unit 1 Reflection</vt:lpstr>
      <vt:lpstr>Nutrition Unit 1</vt:lpstr>
      <vt:lpstr>Life  Wealth Dreams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 Wealth Dreams</dc:title>
  <dc:creator>Marie G Martin</dc:creator>
  <cp:lastModifiedBy>Marie G Martin</cp:lastModifiedBy>
  <cp:revision>2</cp:revision>
  <dcterms:created xsi:type="dcterms:W3CDTF">2020-10-05T04:13:05Z</dcterms:created>
  <dcterms:modified xsi:type="dcterms:W3CDTF">2020-10-05T04:43:54Z</dcterms:modified>
</cp:coreProperties>
</file>